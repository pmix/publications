
<file path=[Content_Types].xml><?xml version="1.0" encoding="utf-8"?>
<Types xmlns="http://schemas.openxmlformats.org/package/2006/content-types">
  <Default Extension="xml" ContentType="application/xml"/>
  <Default Extension="jpeg" ContentType="image/jpeg"/>
  <Default Extension="png" ContentType="image/png"/>
  <Default Extension="rels" ContentType="application/vnd.openxmlformats-package.relationships+xml"/>
  <Default Extension="emf" ContentType="image/x-emf"/>
  <Default Extension="tiff" ContentType="image/tiff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25.xml" ContentType="application/vnd.openxmlformats-officedocument.presentationml.slideLayout+xml"/>
  <Override PartName="/ppt/slideLayouts/slideLayout26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saveSubsetFonts="1" autoCompressPictures="0">
  <p:sldMasterIdLst>
    <p:sldMasterId id="2147483649" r:id="rId1"/>
    <p:sldMasterId id="2147483793" r:id="rId2"/>
  </p:sldMasterIdLst>
  <p:notesMasterIdLst>
    <p:notesMasterId r:id="rId25"/>
  </p:notesMasterIdLst>
  <p:sldIdLst>
    <p:sldId id="256" r:id="rId3"/>
    <p:sldId id="355" r:id="rId4"/>
    <p:sldId id="317" r:id="rId5"/>
    <p:sldId id="268" r:id="rId6"/>
    <p:sldId id="318" r:id="rId7"/>
    <p:sldId id="334" r:id="rId8"/>
    <p:sldId id="360" r:id="rId9"/>
    <p:sldId id="361" r:id="rId10"/>
    <p:sldId id="327" r:id="rId11"/>
    <p:sldId id="271" r:id="rId12"/>
    <p:sldId id="363" r:id="rId13"/>
    <p:sldId id="337" r:id="rId14"/>
    <p:sldId id="362" r:id="rId15"/>
    <p:sldId id="364" r:id="rId16"/>
    <p:sldId id="344" r:id="rId17"/>
    <p:sldId id="357" r:id="rId18"/>
    <p:sldId id="369" r:id="rId19"/>
    <p:sldId id="358" r:id="rId20"/>
    <p:sldId id="366" r:id="rId21"/>
    <p:sldId id="367" r:id="rId22"/>
    <p:sldId id="354" r:id="rId23"/>
    <p:sldId id="368" r:id="rId24"/>
  </p:sldIdLst>
  <p:sldSz cx="9144000" cy="6858000" type="screen4x3"/>
  <p:notesSz cx="6858000" cy="9144000"/>
  <p:defaultTextStyle>
    <a:defPPr>
      <a:defRPr lang="en-US"/>
    </a:defPPr>
    <a:lvl1pPr algn="l" rtl="0" eaLnBrk="0" fontAlgn="base" hangingPunct="0">
      <a:spcBef>
        <a:spcPct val="0"/>
      </a:spcBef>
      <a:spcAft>
        <a:spcPct val="0"/>
      </a:spcAft>
      <a:defRPr sz="2400" kern="1200">
        <a:solidFill>
          <a:schemeClr val="tx1"/>
        </a:solidFill>
        <a:latin typeface="Arial" charset="0"/>
        <a:ea typeface="ＭＳ Ｐゴシック" charset="0"/>
        <a:cs typeface="ＭＳ Ｐゴシック" charset="0"/>
      </a:defRPr>
    </a:lvl1pPr>
    <a:lvl2pPr marL="457200" algn="l" rtl="0" eaLnBrk="0" fontAlgn="base" hangingPunct="0">
      <a:spcBef>
        <a:spcPct val="0"/>
      </a:spcBef>
      <a:spcAft>
        <a:spcPct val="0"/>
      </a:spcAft>
      <a:defRPr sz="2400" kern="1200">
        <a:solidFill>
          <a:schemeClr val="tx1"/>
        </a:solidFill>
        <a:latin typeface="Arial" charset="0"/>
        <a:ea typeface="ＭＳ Ｐゴシック" charset="0"/>
        <a:cs typeface="ＭＳ Ｐゴシック" charset="0"/>
      </a:defRPr>
    </a:lvl2pPr>
    <a:lvl3pPr marL="914400" algn="l" rtl="0" eaLnBrk="0" fontAlgn="base" hangingPunct="0">
      <a:spcBef>
        <a:spcPct val="0"/>
      </a:spcBef>
      <a:spcAft>
        <a:spcPct val="0"/>
      </a:spcAft>
      <a:defRPr sz="2400" kern="1200">
        <a:solidFill>
          <a:schemeClr val="tx1"/>
        </a:solidFill>
        <a:latin typeface="Arial" charset="0"/>
        <a:ea typeface="ＭＳ Ｐゴシック" charset="0"/>
        <a:cs typeface="ＭＳ Ｐゴシック" charset="0"/>
      </a:defRPr>
    </a:lvl3pPr>
    <a:lvl4pPr marL="1371600" algn="l" rtl="0" eaLnBrk="0" fontAlgn="base" hangingPunct="0">
      <a:spcBef>
        <a:spcPct val="0"/>
      </a:spcBef>
      <a:spcAft>
        <a:spcPct val="0"/>
      </a:spcAft>
      <a:defRPr sz="2400" kern="1200">
        <a:solidFill>
          <a:schemeClr val="tx1"/>
        </a:solidFill>
        <a:latin typeface="Arial" charset="0"/>
        <a:ea typeface="ＭＳ Ｐゴシック" charset="0"/>
        <a:cs typeface="ＭＳ Ｐゴシック" charset="0"/>
      </a:defRPr>
    </a:lvl4pPr>
    <a:lvl5pPr marL="1828800" algn="l" rtl="0" eaLnBrk="0" fontAlgn="base" hangingPunct="0">
      <a:spcBef>
        <a:spcPct val="0"/>
      </a:spcBef>
      <a:spcAft>
        <a:spcPct val="0"/>
      </a:spcAft>
      <a:defRPr sz="2400" kern="1200">
        <a:solidFill>
          <a:schemeClr val="tx1"/>
        </a:solidFill>
        <a:latin typeface="Arial" charset="0"/>
        <a:ea typeface="ＭＳ Ｐゴシック" charset="0"/>
        <a:cs typeface="ＭＳ Ｐゴシック" charset="0"/>
      </a:defRPr>
    </a:lvl5pPr>
    <a:lvl6pPr marL="2286000" algn="l" defTabSz="457200" rtl="0" eaLnBrk="1" latinLnBrk="0" hangingPunct="1">
      <a:defRPr sz="2400" kern="1200">
        <a:solidFill>
          <a:schemeClr val="tx1"/>
        </a:solidFill>
        <a:latin typeface="Arial" charset="0"/>
        <a:ea typeface="ＭＳ Ｐゴシック" charset="0"/>
        <a:cs typeface="ＭＳ Ｐゴシック" charset="0"/>
      </a:defRPr>
    </a:lvl6pPr>
    <a:lvl7pPr marL="2743200" algn="l" defTabSz="457200" rtl="0" eaLnBrk="1" latinLnBrk="0" hangingPunct="1">
      <a:defRPr sz="2400" kern="1200">
        <a:solidFill>
          <a:schemeClr val="tx1"/>
        </a:solidFill>
        <a:latin typeface="Arial" charset="0"/>
        <a:ea typeface="ＭＳ Ｐゴシック" charset="0"/>
        <a:cs typeface="ＭＳ Ｐゴシック" charset="0"/>
      </a:defRPr>
    </a:lvl7pPr>
    <a:lvl8pPr marL="3200400" algn="l" defTabSz="457200" rtl="0" eaLnBrk="1" latinLnBrk="0" hangingPunct="1">
      <a:defRPr sz="2400" kern="1200">
        <a:solidFill>
          <a:schemeClr val="tx1"/>
        </a:solidFill>
        <a:latin typeface="Arial" charset="0"/>
        <a:ea typeface="ＭＳ Ｐゴシック" charset="0"/>
        <a:cs typeface="ＭＳ Ｐゴシック" charset="0"/>
      </a:defRPr>
    </a:lvl8pPr>
    <a:lvl9pPr marL="3657600" algn="l" defTabSz="457200" rtl="0" eaLnBrk="1" latinLnBrk="0" hangingPunct="1">
      <a:defRPr sz="2400" kern="1200">
        <a:solidFill>
          <a:schemeClr val="tx1"/>
        </a:solidFill>
        <a:latin typeface="Arial" charset="0"/>
        <a:ea typeface="ＭＳ Ｐゴシック" charset="0"/>
        <a:cs typeface="ＭＳ Ｐゴシック" charset="0"/>
      </a:defRPr>
    </a:lvl9pPr>
  </p:defaultTextStyle>
  <p:extLst>
    <p:ext uri="{EFAFB233-063F-42B5-8137-9DF3F51BA10A}">
      <p15:sldGuideLst xmlns:p15="http://schemas.microsoft.com/office/powerpoint/2012/main">
        <p15:guide id="1" orient="horz" pos="2591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prnPr/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FF6699"/>
    <a:srgbClr val="AB8000"/>
    <a:srgbClr val="FF8A35"/>
    <a:srgbClr val="466BC4"/>
    <a:srgbClr val="4270C5"/>
    <a:srgbClr val="4E80DE"/>
    <a:srgbClr val="0000FF"/>
    <a:srgbClr val="41A6FA"/>
    <a:srgbClr val="85DFFF"/>
    <a:srgbClr val="FFEBCD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1603"/>
    <p:restoredTop sz="95958" autoAdjust="0"/>
  </p:normalViewPr>
  <p:slideViewPr>
    <p:cSldViewPr snapToGrid="0" showGuides="1">
      <p:cViewPr>
        <p:scale>
          <a:sx n="129" d="100"/>
          <a:sy n="129" d="100"/>
        </p:scale>
        <p:origin x="856" y="-184"/>
      </p:cViewPr>
      <p:guideLst>
        <p:guide orient="horz" pos="2591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sorterViewPr>
    <p:cViewPr>
      <p:scale>
        <a:sx n="141" d="100"/>
        <a:sy n="141" d="100"/>
      </p:scale>
      <p:origin x="0" y="984"/>
    </p:cViewPr>
  </p:sorterViewPr>
  <p:gridSpacing cx="76200" cy="76200"/>
</p:viewPr>
</file>

<file path=ppt/_rels/presentation.xml.rels><?xml version="1.0" encoding="UTF-8" standalone="yes"?>
<Relationships xmlns="http://schemas.openxmlformats.org/package/2006/relationships"><Relationship Id="rId9" Type="http://schemas.openxmlformats.org/officeDocument/2006/relationships/slide" Target="slides/slide7.xml"/><Relationship Id="rId20" Type="http://schemas.openxmlformats.org/officeDocument/2006/relationships/slide" Target="slides/slide18.xml"/><Relationship Id="rId21" Type="http://schemas.openxmlformats.org/officeDocument/2006/relationships/slide" Target="slides/slide19.xml"/><Relationship Id="rId22" Type="http://schemas.openxmlformats.org/officeDocument/2006/relationships/slide" Target="slides/slide20.xml"/><Relationship Id="rId23" Type="http://schemas.openxmlformats.org/officeDocument/2006/relationships/slide" Target="slides/slide21.xml"/><Relationship Id="rId24" Type="http://schemas.openxmlformats.org/officeDocument/2006/relationships/slide" Target="slides/slide22.xml"/><Relationship Id="rId25" Type="http://schemas.openxmlformats.org/officeDocument/2006/relationships/notesMaster" Target="notesMasters/notesMaster1.xml"/><Relationship Id="rId26" Type="http://schemas.openxmlformats.org/officeDocument/2006/relationships/presProps" Target="presProps.xml"/><Relationship Id="rId27" Type="http://schemas.openxmlformats.org/officeDocument/2006/relationships/viewProps" Target="viewProps.xml"/><Relationship Id="rId28" Type="http://schemas.openxmlformats.org/officeDocument/2006/relationships/theme" Target="theme/theme1.xml"/><Relationship Id="rId29" Type="http://schemas.openxmlformats.org/officeDocument/2006/relationships/tableStyles" Target="tableStyles.xml"/><Relationship Id="rId10" Type="http://schemas.openxmlformats.org/officeDocument/2006/relationships/slide" Target="slides/slide8.xml"/><Relationship Id="rId11" Type="http://schemas.openxmlformats.org/officeDocument/2006/relationships/slide" Target="slides/slide9.xml"/><Relationship Id="rId12" Type="http://schemas.openxmlformats.org/officeDocument/2006/relationships/slide" Target="slides/slide10.xml"/><Relationship Id="rId13" Type="http://schemas.openxmlformats.org/officeDocument/2006/relationships/slide" Target="slides/slide11.xml"/><Relationship Id="rId14" Type="http://schemas.openxmlformats.org/officeDocument/2006/relationships/slide" Target="slides/slide12.xml"/><Relationship Id="rId15" Type="http://schemas.openxmlformats.org/officeDocument/2006/relationships/slide" Target="slides/slide13.xml"/><Relationship Id="rId16" Type="http://schemas.openxmlformats.org/officeDocument/2006/relationships/slide" Target="slides/slide14.xml"/><Relationship Id="rId17" Type="http://schemas.openxmlformats.org/officeDocument/2006/relationships/slide" Target="slides/slide15.xml"/><Relationship Id="rId18" Type="http://schemas.openxmlformats.org/officeDocument/2006/relationships/slide" Target="slides/slide16.xml"/><Relationship Id="rId19" Type="http://schemas.openxmlformats.org/officeDocument/2006/relationships/slide" Target="slides/slide17.xml"/><Relationship Id="rId1" Type="http://schemas.openxmlformats.org/officeDocument/2006/relationships/slideMaster" Target="slideMasters/slideMaster1.xml"/><Relationship Id="rId2" Type="http://schemas.openxmlformats.org/officeDocument/2006/relationships/slideMaster" Target="slideMasters/slideMaster2.xml"/><Relationship Id="rId3" Type="http://schemas.openxmlformats.org/officeDocument/2006/relationships/slide" Target="slides/slide1.xml"/><Relationship Id="rId4" Type="http://schemas.openxmlformats.org/officeDocument/2006/relationships/slide" Target="slides/slide2.xml"/><Relationship Id="rId5" Type="http://schemas.openxmlformats.org/officeDocument/2006/relationships/slide" Target="slides/slide3.xml"/><Relationship Id="rId6" Type="http://schemas.openxmlformats.org/officeDocument/2006/relationships/slide" Target="slides/slide4.xml"/><Relationship Id="rId7" Type="http://schemas.openxmlformats.org/officeDocument/2006/relationships/slide" Target="slides/slide5.xml"/><Relationship Id="rId8" Type="http://schemas.openxmlformats.org/officeDocument/2006/relationships/slide" Target="slides/slide6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46" name="Rectangle 2"/>
          <p:cNvSpPr>
            <a:spLocks noGrp="1" noChangeArrowheads="1"/>
          </p:cNvSpPr>
          <p:nvPr>
            <p:ph type="hdr" sz="quarter"/>
          </p:nvPr>
        </p:nvSpPr>
        <p:spPr bwMode="auto">
          <a:xfrm>
            <a:off x="0" y="0"/>
            <a:ext cx="29718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>
              <a:defRPr sz="1200">
                <a:latin typeface="Arial" pitchFamily="-112" charset="0"/>
                <a:ea typeface="ＭＳ Ｐゴシック" pitchFamily="-112" charset="-128"/>
                <a:cs typeface="ＭＳ Ｐゴシック" pitchFamily="-112" charset="-128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147" name="Rectangle 3"/>
          <p:cNvSpPr>
            <a:spLocks noGrp="1" noChangeArrowheads="1"/>
          </p:cNvSpPr>
          <p:nvPr>
            <p:ph type="dt" idx="1"/>
          </p:nvPr>
        </p:nvSpPr>
        <p:spPr bwMode="auto">
          <a:xfrm>
            <a:off x="3886200" y="0"/>
            <a:ext cx="29718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>
              <a:defRPr sz="1200">
                <a:latin typeface="Arial" pitchFamily="-112" charset="0"/>
                <a:ea typeface="ＭＳ Ｐゴシック" pitchFamily="-112" charset="-128"/>
                <a:cs typeface="ＭＳ Ｐゴシック" pitchFamily="-112" charset="-128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3076" name="Rectangle 4"/>
          <p:cNvSpPr>
            <a:spLocks noGrp="1" noRot="1" noChangeAspect="1" noChangeArrowheads="1" noTextEdit="1"/>
          </p:cNvSpPr>
          <p:nvPr>
            <p:ph type="sldImg" idx="2"/>
          </p:nvPr>
        </p:nvSpPr>
        <p:spPr bwMode="auto">
          <a:xfrm>
            <a:off x="1143000" y="685800"/>
            <a:ext cx="4572000" cy="3429000"/>
          </a:xfrm>
          <a:prstGeom prst="rect">
            <a:avLst/>
          </a:prstGeom>
          <a:noFill/>
          <a:ln w="9525">
            <a:solidFill>
              <a:srgbClr val="000000"/>
            </a:solidFill>
            <a:miter lim="800000"/>
            <a:headEnd/>
            <a:tailEnd/>
          </a:ln>
          <a:extLst>
            <a:ext uri="{FAA26D3D-D897-4be2-8F04-BA451C77F1D7}">
              <ma14:placeholderFlag xmlns:ma14="http://schemas.microsoft.com/office/mac/drawingml/2011/main" val="1"/>
            </a:ex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6149" name="Rectangle 5"/>
          <p:cNvSpPr>
            <a:spLocks noGrp="1" noChangeArrowheads="1"/>
          </p:cNvSpPr>
          <p:nvPr>
            <p:ph type="body" sz="quarter" idx="3"/>
          </p:nvPr>
        </p:nvSpPr>
        <p:spPr bwMode="auto">
          <a:xfrm>
            <a:off x="914400" y="4343400"/>
            <a:ext cx="5029200" cy="41148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 noProof="0"/>
              <a:t>Click to edit Master text styles</a:t>
            </a:r>
          </a:p>
          <a:p>
            <a:pPr lvl="1"/>
            <a:r>
              <a:rPr lang="en-US" noProof="0"/>
              <a:t>Second level</a:t>
            </a:r>
          </a:p>
          <a:p>
            <a:pPr lvl="2"/>
            <a:r>
              <a:rPr lang="en-US" noProof="0"/>
              <a:t>Third level</a:t>
            </a:r>
          </a:p>
          <a:p>
            <a:pPr lvl="3"/>
            <a:r>
              <a:rPr lang="en-US" noProof="0"/>
              <a:t>Fourth level</a:t>
            </a:r>
          </a:p>
          <a:p>
            <a:pPr lvl="4"/>
            <a:r>
              <a:rPr lang="en-US" noProof="0"/>
              <a:t>Fifth level</a:t>
            </a:r>
          </a:p>
        </p:txBody>
      </p:sp>
      <p:sp>
        <p:nvSpPr>
          <p:cNvPr id="6150" name="Rectangle 6"/>
          <p:cNvSpPr>
            <a:spLocks noGrp="1" noChangeArrowheads="1"/>
          </p:cNvSpPr>
          <p:nvPr>
            <p:ph type="ftr" sz="quarter" idx="4"/>
          </p:nvPr>
        </p:nvSpPr>
        <p:spPr bwMode="auto">
          <a:xfrm>
            <a:off x="0" y="8686800"/>
            <a:ext cx="29718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>
              <a:defRPr sz="1200">
                <a:latin typeface="Arial" pitchFamily="-112" charset="0"/>
                <a:ea typeface="ＭＳ Ｐゴシック" pitchFamily="-112" charset="-128"/>
                <a:cs typeface="ＭＳ Ｐゴシック" pitchFamily="-112" charset="-128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151" name="Rectangle 7"/>
          <p:cNvSpPr>
            <a:spLocks noGrp="1" noChangeArrowheads="1"/>
          </p:cNvSpPr>
          <p:nvPr>
            <p:ph type="sldNum" sz="quarter" idx="5"/>
          </p:nvPr>
        </p:nvSpPr>
        <p:spPr bwMode="auto">
          <a:xfrm>
            <a:off x="3886200" y="8686800"/>
            <a:ext cx="29718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algn="r">
              <a:defRPr sz="1200" smtClean="0"/>
            </a:lvl1pPr>
          </a:lstStyle>
          <a:p>
            <a:pPr>
              <a:defRPr/>
            </a:pPr>
            <a:fld id="{74952FFB-B93B-3541-AEF4-FEC6167C54FB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82551140"/>
      </p:ext>
    </p:extLst>
  </p:cSld>
  <p:clrMap bg1="lt1" tx1="dk1" bg2="lt2" tx2="dk2" accent1="accent1" accent2="accent2" accent3="accent3" accent4="accent4" accent5="accent5" accent6="accent6" hlink="hlink" folHlink="folHlink"/>
  <p:notesStyle>
    <a:lvl1pPr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pitchFamily="-65" charset="0"/>
        <a:ea typeface="ＭＳ Ｐゴシック" pitchFamily="-65" charset="-128"/>
        <a:cs typeface="ＭＳ Ｐゴシック" pitchFamily="-65" charset="-128"/>
      </a:defRPr>
    </a:lvl1pPr>
    <a:lvl2pPr marL="4572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pitchFamily="-65" charset="0"/>
        <a:ea typeface="ＭＳ Ｐゴシック" pitchFamily="-65" charset="-128"/>
        <a:cs typeface="+mn-cs"/>
      </a:defRPr>
    </a:lvl2pPr>
    <a:lvl3pPr marL="9144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pitchFamily="-65" charset="0"/>
        <a:ea typeface="ＭＳ Ｐゴシック" pitchFamily="-65" charset="-128"/>
        <a:cs typeface="+mn-cs"/>
      </a:defRPr>
    </a:lvl3pPr>
    <a:lvl4pPr marL="13716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pitchFamily="-65" charset="0"/>
        <a:ea typeface="ＭＳ Ｐゴシック" pitchFamily="-65" charset="-128"/>
        <a:cs typeface="+mn-cs"/>
      </a:defRPr>
    </a:lvl4pPr>
    <a:lvl5pPr marL="18288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pitchFamily="-65" charset="0"/>
        <a:ea typeface="ＭＳ Ｐゴシック" pitchFamily="-65" charset="-128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21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  <a:cs typeface="ＭＳ Ｐゴシック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9pPr>
          </a:lstStyle>
          <a:p>
            <a:fld id="{6C11356A-E6C0-5244-B2D1-39192D968FD5}" type="slidenum">
              <a:rPr lang="en-US" sz="1200"/>
              <a:pPr/>
              <a:t>1</a:t>
            </a:fld>
            <a:endParaRPr lang="en-US" sz="1200"/>
          </a:p>
        </p:txBody>
      </p:sp>
      <p:sp>
        <p:nvSpPr>
          <p:cNvPr id="5122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5123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FAA26D3D-D897-4be2-8F04-BA451C77F1D7}">
              <ma14:placeholderFlag xmlns:ma14="http://schemas.microsoft.com/office/mac/drawingml/2011/main" val="1"/>
            </a:ex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/>
            <a:endParaRPr lang="en-US">
              <a:latin typeface="Arial" charset="0"/>
              <a:ea typeface="ＭＳ Ｐゴシック" charset="0"/>
              <a:cs typeface="ＭＳ Ｐゴシック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072803269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.png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.png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6.jpeg"/><Relationship Id="rId3" Type="http://schemas.openxmlformats.org/officeDocument/2006/relationships/image" Target="../media/image7.png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" name="Group 2"/>
          <p:cNvGrpSpPr>
            <a:grpSpLocks/>
          </p:cNvGrpSpPr>
          <p:nvPr/>
        </p:nvGrpSpPr>
        <p:grpSpPr bwMode="auto">
          <a:xfrm>
            <a:off x="152400" y="2362200"/>
            <a:ext cx="8839200" cy="1295400"/>
            <a:chOff x="288" y="1632"/>
            <a:chExt cx="5232" cy="816"/>
          </a:xfrm>
        </p:grpSpPr>
        <p:sp>
          <p:nvSpPr>
            <p:cNvPr id="5" name="AutoShape 3"/>
            <p:cNvSpPr>
              <a:spLocks noChangeArrowheads="1"/>
            </p:cNvSpPr>
            <p:nvPr/>
          </p:nvSpPr>
          <p:spPr bwMode="auto">
            <a:xfrm>
              <a:off x="288" y="1632"/>
              <a:ext cx="5232" cy="816"/>
            </a:xfrm>
            <a:prstGeom prst="roundRect">
              <a:avLst>
                <a:gd name="adj" fmla="val 50000"/>
              </a:avLst>
            </a:prstGeom>
            <a:gradFill rotWithShape="1">
              <a:gsLst>
                <a:gs pos="0">
                  <a:srgbClr val="007CC3"/>
                </a:gs>
                <a:gs pos="100000">
                  <a:srgbClr val="011F30"/>
                </a:gs>
              </a:gsLst>
              <a:path path="shape">
                <a:fillToRect l="50000" t="50000" r="50000" b="50000"/>
              </a:path>
            </a:gradFill>
            <a:ln w="9525">
              <a:noFill/>
              <a:round/>
              <a:headEnd/>
              <a:tailEnd/>
            </a:ln>
            <a:effectLst>
              <a:outerShdw blurRad="63500" dist="117432" dir="4604261" algn="ctr" rotWithShape="0">
                <a:schemeClr val="bg2">
                  <a:alpha val="50000"/>
                </a:schemeClr>
              </a:outerShdw>
            </a:effectLst>
          </p:spPr>
          <p:txBody>
            <a:bodyPr wrap="none" anchor="ctr"/>
            <a:lstStyle/>
            <a:p>
              <a:pPr>
                <a:defRPr/>
              </a:pPr>
              <a:endParaRPr lang="en-US">
                <a:latin typeface="Arial" pitchFamily="-112" charset="0"/>
                <a:ea typeface="ＭＳ Ｐゴシック" pitchFamily="-112" charset="-128"/>
                <a:cs typeface="ＭＳ Ｐゴシック" pitchFamily="-112" charset="-128"/>
              </a:endParaRPr>
            </a:p>
          </p:txBody>
        </p:sp>
        <p:sp>
          <p:nvSpPr>
            <p:cNvPr id="6" name="AutoShape 4"/>
            <p:cNvSpPr>
              <a:spLocks noChangeArrowheads="1"/>
            </p:cNvSpPr>
            <p:nvPr/>
          </p:nvSpPr>
          <p:spPr bwMode="auto">
            <a:xfrm>
              <a:off x="316" y="1656"/>
              <a:ext cx="5171" cy="752"/>
            </a:xfrm>
            <a:prstGeom prst="roundRect">
              <a:avLst>
                <a:gd name="adj" fmla="val 50000"/>
              </a:avLst>
            </a:prstGeom>
            <a:gradFill rotWithShape="1">
              <a:gsLst>
                <a:gs pos="0">
                  <a:srgbClr val="007CC3"/>
                </a:gs>
                <a:gs pos="100000">
                  <a:srgbClr val="011F30"/>
                </a:gs>
              </a:gsLst>
              <a:path path="shape">
                <a:fillToRect l="50000" t="50000" r="50000" b="50000"/>
              </a:path>
            </a:gradFill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</p:grpSp>
      <p:sp>
        <p:nvSpPr>
          <p:cNvPr id="4104" name="Rectangle 8"/>
          <p:cNvSpPr>
            <a:spLocks noGrp="1" noChangeArrowheads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Font typeface="Arial" pitchFamily="-65" charset="0"/>
              <a:buNone/>
              <a:defRPr/>
            </a:lvl1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105" name="Rectangle 9"/>
          <p:cNvSpPr>
            <a:spLocks noGrp="1" noChangeArrowheads="1"/>
          </p:cNvSpPr>
          <p:nvPr>
            <p:ph type="ctrTitle" sz="quarter"/>
          </p:nvPr>
        </p:nvSpPr>
        <p:spPr>
          <a:xfrm>
            <a:off x="685800" y="2438400"/>
            <a:ext cx="7772400" cy="1143000"/>
          </a:xfrm>
        </p:spPr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8" name="Rectangle 5"/>
          <p:cNvSpPr>
            <a:spLocks noGrp="1" noChangeArrowheads="1"/>
          </p:cNvSpPr>
          <p:nvPr>
            <p:ph type="dt" sz="half" idx="10"/>
          </p:nvPr>
        </p:nvSpPr>
        <p:spPr bwMode="auto">
          <a:xfrm>
            <a:off x="152400" y="6248400"/>
            <a:ext cx="1905000" cy="457200"/>
          </a:xfrm>
          <a:prstGeom prst="rect">
            <a:avLst/>
          </a:prstGeom>
          <a:ln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eaLnBrk="1" hangingPunct="1">
              <a:defRPr sz="1400">
                <a:latin typeface="Arial" pitchFamily="-112" charset="0"/>
                <a:ea typeface="ＭＳ Ｐゴシック" pitchFamily="-112" charset="-128"/>
                <a:cs typeface="ＭＳ Ｐゴシック" pitchFamily="-112" charset="-128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9" name="Rectangle 6"/>
          <p:cNvSpPr>
            <a:spLocks noGrp="1" noChangeArrowheads="1"/>
          </p:cNvSpPr>
          <p:nvPr>
            <p:ph type="ftr" sz="quarter" idx="11"/>
          </p:nvPr>
        </p:nvSpPr>
        <p:spPr bwMode="auto">
          <a:xfrm>
            <a:off x="2133600" y="6248400"/>
            <a:ext cx="4876800" cy="457200"/>
          </a:xfrm>
          <a:prstGeom prst="rect">
            <a:avLst/>
          </a:prstGeom>
          <a:ln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ctr" eaLnBrk="1" hangingPunct="1">
              <a:defRPr sz="1400">
                <a:latin typeface="Arial" pitchFamily="-112" charset="0"/>
                <a:ea typeface="ＭＳ Ｐゴシック" pitchFamily="-112" charset="-128"/>
                <a:cs typeface="ＭＳ Ｐゴシック" pitchFamily="-112" charset="-128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10" name="Rectangle 7"/>
          <p:cNvSpPr>
            <a:spLocks noGrp="1" noChangeArrowheads="1"/>
          </p:cNvSpPr>
          <p:nvPr>
            <p:ph type="sldNum" sz="quarter" idx="12"/>
          </p:nvPr>
        </p:nvSpPr>
        <p:spPr bwMode="auto">
          <a:xfrm>
            <a:off x="7086600" y="6248400"/>
            <a:ext cx="1905000" cy="457200"/>
          </a:xfrm>
          <a:prstGeom prst="rect">
            <a:avLst/>
          </a:prstGeom>
          <a:ln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 eaLnBrk="1" hangingPunct="1">
              <a:defRPr sz="1400" smtClean="0">
                <a:solidFill>
                  <a:schemeClr val="accent1"/>
                </a:solidFill>
              </a:defRPr>
            </a:lvl1pPr>
          </a:lstStyle>
          <a:p>
            <a:pPr>
              <a:defRPr/>
            </a:pPr>
            <a:fld id="{6E0A3DD1-C6E6-D549-AE98-0C27BF3C45BB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13983251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0"/>
    </mc:Choice>
    <mc:Fallback>
      <p:transition/>
    </mc:Fallback>
  </mc:AlternateContent>
  <p:timing>
    <p:tnLst>
      <p:par>
        <p:cTn id="1" dur="indefinite" restart="never" nodeType="tmRoot"/>
      </p:par>
    </p:tnLst>
  </p:timing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93090471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  <mc:AlternateContent xmlns:mc="http://schemas.openxmlformats.org/markup-compatibility/2006">
    <mc:Choice xmlns:p14="http://schemas.microsoft.com/office/powerpoint/2010/main" Requires="p14">
      <p:transition p14:dur="0"/>
    </mc:Choice>
    <mc:Fallback>
      <p:transition/>
    </mc:Fallback>
  </mc:AlternateContent>
  <p:timing>
    <p:tnLst>
      <p:par>
        <p:cTn id="1" dur="indefinite" restart="never" nodeType="tmRoot"/>
      </p:par>
    </p:tnLst>
  </p:timing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/>
            </a:lvl1pPr>
            <a:lvl2pPr marL="457200" indent="0">
              <a:buNone/>
              <a:defRPr sz="1800"/>
            </a:lvl2pPr>
            <a:lvl3pPr marL="914400" indent="0">
              <a:buNone/>
              <a:defRPr sz="1600"/>
            </a:lvl3pPr>
            <a:lvl4pPr marL="1371600" indent="0">
              <a:buNone/>
              <a:defRPr sz="1400"/>
            </a:lvl4pPr>
            <a:lvl5pPr marL="1828800" indent="0">
              <a:buNone/>
              <a:defRPr sz="1400"/>
            </a:lvl5pPr>
            <a:lvl6pPr marL="2286000" indent="0">
              <a:buNone/>
              <a:defRPr sz="1400"/>
            </a:lvl6pPr>
            <a:lvl7pPr marL="2743200" indent="0">
              <a:buNone/>
              <a:defRPr sz="1400"/>
            </a:lvl7pPr>
            <a:lvl8pPr marL="3200400" indent="0">
              <a:buNone/>
              <a:defRPr sz="1400"/>
            </a:lvl8pPr>
            <a:lvl9pPr marL="3657600" indent="0">
              <a:buNone/>
              <a:defRPr sz="14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2292303624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0"/>
    </mc:Choice>
    <mc:Fallback>
      <p:transition/>
    </mc:Fallback>
  </mc:AlternateContent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828800"/>
            <a:ext cx="4076700" cy="4876800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86300" y="1828800"/>
            <a:ext cx="4076700" cy="4876800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81683515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0"/>
    </mc:Choice>
    <mc:Fallback>
      <p:transition/>
    </mc:Fallback>
  </mc:AlternateContent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</p:spPr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60630595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0"/>
    </mc:Choice>
    <mc:Fallback>
      <p:transition/>
    </mc:Fallback>
  </mc:AlternateContent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37997666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0"/>
    </mc:Choice>
    <mc:Fallback>
      <p:transition/>
    </mc:Fallback>
  </mc:AlternateContent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blank" preserve="1">
  <p:cSld name="Blank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146959645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  <mc:AlternateContent xmlns:mc="http://schemas.openxmlformats.org/markup-compatibility/2006">
    <mc:Choice xmlns:p14="http://schemas.microsoft.com/office/powerpoint/2010/main" Requires="p14">
      <p:transition p14:dur="0"/>
    </mc:Choice>
    <mc:Fallback>
      <p:transition/>
    </mc:Fallback>
  </mc:AlternateContent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4120189092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0"/>
    </mc:Choice>
    <mc:Fallback>
      <p:transition/>
    </mc:Fallback>
  </mc:AlternateContent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r>
              <a:rPr lang="en-US" noProof="0" smtClean="0"/>
              <a:t>Drag picture to placeholder or click icon to add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352380530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0"/>
    </mc:Choice>
    <mc:Fallback>
      <p:transition/>
    </mc:Fallback>
  </mc:AlternateContent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73049759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0"/>
    </mc:Choice>
    <mc:Fallback>
      <p:transition/>
    </mc:Fallback>
  </mc:AlternateContent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86550" y="381000"/>
            <a:ext cx="2076450" cy="6324600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381000"/>
            <a:ext cx="6076950" cy="6324600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79448689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0"/>
    </mc:Choice>
    <mc:Fallback>
      <p:transition/>
    </mc:Fallback>
  </mc:AlternateContent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txAndObj" preserve="1">
  <p:cSld name="Title, Text,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5800" y="381000"/>
            <a:ext cx="7772400" cy="1143000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sz="half" idx="1"/>
          </p:nvPr>
        </p:nvSpPr>
        <p:spPr>
          <a:xfrm>
            <a:off x="457200" y="1828800"/>
            <a:ext cx="4076700" cy="4876800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86300" y="1828800"/>
            <a:ext cx="4076700" cy="4876800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98304397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0"/>
    </mc:Choice>
    <mc:Fallback>
      <p:transition/>
    </mc:Fallback>
  </mc:AlternateContent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>
  <p:cSld name="Diapositive de titr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 8"/>
          <p:cNvSpPr>
            <a:spLocks noChangeArrowheads="1"/>
          </p:cNvSpPr>
          <p:nvPr userDrawn="1"/>
        </p:nvSpPr>
        <p:spPr bwMode="auto">
          <a:xfrm>
            <a:off x="8839200" y="152400"/>
            <a:ext cx="180975" cy="2286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lIns="0" tIns="0" rIns="0" bIns="0"/>
          <a:lstStyle/>
          <a:p>
            <a:fld id="{F95A78A6-AC48-1C4C-9FB1-42EA8340B8EA}" type="slidenum">
              <a:rPr lang="fr-FR" sz="1100">
                <a:solidFill>
                  <a:srgbClr val="003980"/>
                </a:solidFill>
                <a:latin typeface="Arial" charset="0"/>
              </a:rPr>
              <a:pPr/>
              <a:t>‹#›</a:t>
            </a:fld>
            <a:endParaRPr lang="fr-FR" sz="1100">
              <a:solidFill>
                <a:schemeClr val="bg1"/>
              </a:solidFill>
              <a:latin typeface="Times" charset="0"/>
            </a:endParaRPr>
          </a:p>
        </p:txBody>
      </p:sp>
      <p:pic>
        <p:nvPicPr>
          <p:cNvPr id="4" name="Picture 24" descr="fond-masque-titre-bordeaux"/>
          <p:cNvPicPr>
            <a:picLocks noChangeAspect="1" noChangeArrowheads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3416300"/>
            <a:ext cx="9144000" cy="34417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115714" name="Rectangle 2"/>
          <p:cNvSpPr>
            <a:spLocks noGrp="1" noChangeArrowheads="1"/>
          </p:cNvSpPr>
          <p:nvPr>
            <p:ph type="ctrTitle"/>
          </p:nvPr>
        </p:nvSpPr>
        <p:spPr>
          <a:xfrm>
            <a:off x="695325" y="252413"/>
            <a:ext cx="7202488" cy="2962275"/>
          </a:xfrm>
        </p:spPr>
        <p:txBody>
          <a:bodyPr anchor="ctr"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3755814411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0"/>
    </mc:Choice>
    <mc:Fallback>
      <p:transition/>
    </mc:Fallback>
  </mc:AlternateContent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blank" preserve="1">
  <p:cSld name="Back Cover">
    <p:bg>
      <p:bgPr>
        <a:solidFill>
          <a:srgbClr val="4270C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2" descr="\\.psf\Home\Desktop\Intel.png"/>
          <p:cNvPicPr>
            <a:picLocks noChangeAspect="1" noChangeArrowheads="1"/>
          </p:cNvPicPr>
          <p:nvPr userDrawn="1"/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331366" y="2606672"/>
            <a:ext cx="2497257" cy="1645920"/>
          </a:xfrm>
          <a:prstGeom prst="rect">
            <a:avLst/>
          </a:prstGeom>
          <a:noFill/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4" name="Rectangle 3"/>
          <p:cNvSpPr/>
          <p:nvPr userDrawn="1"/>
        </p:nvSpPr>
        <p:spPr>
          <a:xfrm>
            <a:off x="455613" y="6470533"/>
            <a:ext cx="1808187" cy="138499"/>
          </a:xfrm>
          <a:prstGeom prst="rect">
            <a:avLst/>
          </a:prstGeom>
        </p:spPr>
        <p:txBody>
          <a:bodyPr wrap="none" lIns="0" tIns="0" rIns="0" bIns="0">
            <a:spAutoFit/>
          </a:bodyPr>
          <a:lstStyle/>
          <a:p>
            <a:pPr algn="l" rtl="0"/>
            <a:r>
              <a:rPr lang="en-US" sz="900" b="0" i="0" u="none" strike="noStrike" kern="1200" baseline="0" dirty="0" smtClean="0">
                <a:solidFill>
                  <a:schemeClr val="accent3"/>
                </a:solidFill>
                <a:latin typeface="+mn-lt"/>
                <a:ea typeface="+mn-ea"/>
                <a:cs typeface="Neo Sans Intel"/>
              </a:rPr>
              <a:t>Intel Proprietary — Do Not Forward</a:t>
            </a:r>
          </a:p>
        </p:txBody>
      </p:sp>
    </p:spTree>
    <p:extLst/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0"/>
    </mc:Choice>
    <mc:Fallback>
      <p:transition/>
    </mc:Fallback>
  </mc:AlternateContent>
  <p:timing>
    <p:tnLst>
      <p:par>
        <p:cTn id="1" dur="indefinite" restart="never" nodeType="tmRoot"/>
      </p:par>
    </p:tnLst>
  </p:timing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Title and Large Bullet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 hasCustomPrompt="1"/>
          </p:nvPr>
        </p:nvSpPr>
        <p:spPr>
          <a:xfrm>
            <a:off x="457201" y="1585277"/>
            <a:ext cx="8228012" cy="4325923"/>
          </a:xfrm>
        </p:spPr>
        <p:txBody>
          <a:bodyPr/>
          <a:lstStyle>
            <a:lvl1pPr marL="0" marR="0" indent="0" algn="l" defTabSz="457200" rtl="0" eaLnBrk="1" fontAlgn="auto" latinLnBrk="0" hangingPunct="1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Tx/>
              <a:buSzTx/>
              <a:buFont typeface="Wingdings" panose="05000000000000000000" pitchFamily="2" charset="2"/>
              <a:buNone/>
              <a:tabLst/>
              <a:defRPr/>
            </a:lvl1pPr>
            <a:lvl2pPr>
              <a:defRPr sz="2200"/>
            </a:lvl2pPr>
            <a:lvl3pPr>
              <a:defRPr sz="2200"/>
            </a:lvl3pPr>
            <a:lvl4pPr>
              <a:defRPr/>
            </a:lvl4pPr>
            <a:lvl5pPr>
              <a:defRPr/>
            </a:lvl5pPr>
          </a:lstStyle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Tx/>
              <a:buSzTx/>
              <a:buFont typeface="Wingdings" panose="05000000000000000000" pitchFamily="2" charset="2"/>
              <a:buNone/>
              <a:tabLst/>
              <a:defRPr/>
            </a:pPr>
            <a:r>
              <a:rPr lang="en-US" dirty="0" err="1" smtClean="0"/>
              <a:t>22pt</a:t>
            </a:r>
            <a:r>
              <a:rPr lang="en-US" dirty="0" smtClean="0"/>
              <a:t> Intel Clear body text</a:t>
            </a:r>
          </a:p>
          <a:p>
            <a:pPr lvl="1"/>
            <a:r>
              <a:rPr lang="en-US" dirty="0" err="1" smtClean="0"/>
              <a:t>22pt</a:t>
            </a:r>
            <a:r>
              <a:rPr lang="en-US" dirty="0" smtClean="0"/>
              <a:t> Intel Clear large bullet one</a:t>
            </a:r>
          </a:p>
          <a:p>
            <a:pPr lvl="2"/>
            <a:r>
              <a:rPr lang="en-US" dirty="0" err="1" smtClean="0"/>
              <a:t>22pt</a:t>
            </a:r>
            <a:r>
              <a:rPr lang="en-US" dirty="0" smtClean="0"/>
              <a:t> Intel Clear sub-bullet</a:t>
            </a:r>
          </a:p>
          <a:p>
            <a:pPr lvl="3"/>
            <a:r>
              <a:rPr lang="en-US" dirty="0" err="1" smtClean="0"/>
              <a:t>16pt</a:t>
            </a:r>
            <a:r>
              <a:rPr lang="en-US" dirty="0" smtClean="0"/>
              <a:t> Intel Clear fourth level</a:t>
            </a:r>
          </a:p>
          <a:p>
            <a:pPr lvl="4"/>
            <a:r>
              <a:rPr lang="en-US" dirty="0" err="1" smtClean="0"/>
              <a:t>14pt</a:t>
            </a:r>
            <a:r>
              <a:rPr lang="en-US" dirty="0" smtClean="0"/>
              <a:t> Intel Clear fifth level</a:t>
            </a:r>
            <a:endParaRPr lang="en-US" dirty="0"/>
          </a:p>
        </p:txBody>
      </p:sp>
      <p:sp>
        <p:nvSpPr>
          <p:cNvPr id="7" name="Title 6"/>
          <p:cNvSpPr>
            <a:spLocks noGrp="1"/>
          </p:cNvSpPr>
          <p:nvPr>
            <p:ph type="title" hasCustomPrompt="1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dirty="0" err="1" smtClean="0"/>
              <a:t>36pt</a:t>
            </a:r>
            <a:r>
              <a:rPr lang="en-US" dirty="0" smtClean="0"/>
              <a:t> Intel Clear Light Headline</a:t>
            </a:r>
            <a:endParaRPr lang="en-US" dirty="0"/>
          </a:p>
        </p:txBody>
      </p:sp>
      <p:sp>
        <p:nvSpPr>
          <p:cNvPr id="8" name="Slide Number Placeholder 5"/>
          <p:cNvSpPr txBox="1">
            <a:spLocks/>
          </p:cNvSpPr>
          <p:nvPr userDrawn="1"/>
        </p:nvSpPr>
        <p:spPr>
          <a:xfrm>
            <a:off x="6872288" y="6356351"/>
            <a:ext cx="2057400" cy="365125"/>
          </a:xfrm>
          <a:prstGeom prst="rect">
            <a:avLst/>
          </a:prstGeom>
        </p:spPr>
        <p:txBody>
          <a:bodyPr vert="horz" lIns="68580" tIns="34290" rIns="68580" bIns="34290" rtlCol="0" anchor="ctr"/>
          <a:lstStyle>
            <a:defPPr>
              <a:defRPr lang="en-US"/>
            </a:defPPr>
            <a:lvl1pPr marL="0" algn="r" defTabSz="914400" rtl="0" eaLnBrk="1" latinLnBrk="0" hangingPunct="1"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BE7A0AB5-9E57-4272-8B34-8C8DE8FF133D}" type="slidenum">
              <a:rPr lang="en-US" sz="900" smtClean="0">
                <a:solidFill>
                  <a:prstClr val="black"/>
                </a:solidFill>
              </a:rPr>
              <a:pPr/>
              <a:t>‹#›</a:t>
            </a:fld>
            <a:endParaRPr lang="en-US" sz="900" dirty="0">
              <a:solidFill>
                <a:prstClr val="black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926799299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0"/>
    </mc:Choice>
    <mc:Fallback>
      <p:transition/>
    </mc:Fallback>
  </mc:AlternateContent>
  <p:timing>
    <p:tnLst>
      <p:par>
        <p:cTn id="1" dur="indefinite" restart="never" nodeType="tmRoot"/>
      </p:par>
    </p:tnLst>
  </p:timing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bg>
      <p:bgPr>
        <a:blipFill dpi="0" rotWithShape="0">
          <a:blip r:embed="rId2"/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4" descr="NVLogo_3D_H.png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535738" y="5943600"/>
            <a:ext cx="2227262" cy="5064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4099" name="Rectangle 3"/>
          <p:cNvSpPr>
            <a:spLocks noGrp="1" noChangeArrowheads="1"/>
          </p:cNvSpPr>
          <p:nvPr>
            <p:ph type="ctrTitle"/>
          </p:nvPr>
        </p:nvSpPr>
        <p:spPr>
          <a:xfrm>
            <a:off x="381000" y="3957935"/>
            <a:ext cx="4954587" cy="1118175"/>
          </a:xfrm>
        </p:spPr>
        <p:txBody>
          <a:bodyPr/>
          <a:lstStyle>
            <a:lvl1pPr algn="ctr">
              <a:defRPr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4100" name="Rectangle 4"/>
          <p:cNvSpPr>
            <a:spLocks noGrp="1" noChangeArrowheads="1"/>
          </p:cNvSpPr>
          <p:nvPr>
            <p:ph type="subTitle" idx="1"/>
          </p:nvPr>
        </p:nvSpPr>
        <p:spPr>
          <a:xfrm>
            <a:off x="382587" y="5253335"/>
            <a:ext cx="4954587" cy="461665"/>
          </a:xfrm>
        </p:spPr>
        <p:txBody>
          <a:bodyPr>
            <a:spAutoFit/>
          </a:bodyPr>
          <a:lstStyle>
            <a:lvl1pPr marL="0" indent="0" algn="ctr">
              <a:buFontTx/>
              <a:buNone/>
              <a:defRPr/>
            </a:lvl1pPr>
          </a:lstStyle>
          <a:p>
            <a:r>
              <a:rPr lang="en-US" smtClean="0"/>
              <a:t>Click to edit Master subtitle style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661198764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0"/>
    </mc:Choice>
    <mc:Fallback>
      <p:transition/>
    </mc:Fallback>
  </mc:AlternateContent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95494141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0"/>
    </mc:Choice>
    <mc:Fallback>
      <p:transition/>
    </mc:Fallback>
  </mc:AlternateContent>
  <p:timing>
    <p:tnLst>
      <p:par>
        <p:cTn id="1" dur="indefinite" restart="never" nodeType="tmRoot"/>
      </p:par>
    </p:tnLst>
  </p:timing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/>
            </a:lvl1pPr>
            <a:lvl2pPr marL="457200" indent="0">
              <a:buNone/>
              <a:defRPr sz="1800"/>
            </a:lvl2pPr>
            <a:lvl3pPr marL="914400" indent="0">
              <a:buNone/>
              <a:defRPr sz="1600"/>
            </a:lvl3pPr>
            <a:lvl4pPr marL="1371600" indent="0">
              <a:buNone/>
              <a:defRPr sz="1400"/>
            </a:lvl4pPr>
            <a:lvl5pPr marL="1828800" indent="0">
              <a:buNone/>
              <a:defRPr sz="1400"/>
            </a:lvl5pPr>
            <a:lvl6pPr marL="2286000" indent="0">
              <a:buNone/>
              <a:defRPr sz="1400"/>
            </a:lvl6pPr>
            <a:lvl7pPr marL="2743200" indent="0">
              <a:buNone/>
              <a:defRPr sz="1400"/>
            </a:lvl7pPr>
            <a:lvl8pPr marL="3200400" indent="0">
              <a:buNone/>
              <a:defRPr sz="1400"/>
            </a:lvl8pPr>
            <a:lvl9pPr marL="3657600" indent="0">
              <a:buNone/>
              <a:defRPr sz="14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2336056681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0"/>
    </mc:Choice>
    <mc:Fallback>
      <p:transition/>
    </mc:Fallback>
  </mc:AlternateContent>
  <p:timing>
    <p:tnLst>
      <p:par>
        <p:cTn id="1" dur="indefinite" restart="never" nodeType="tmRoot"/>
      </p:par>
    </p:tnLst>
  </p:timing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724400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724400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586596160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0"/>
    </mc:Choice>
    <mc:Fallback>
      <p:transition/>
    </mc:Fallback>
  </mc:AlternateContent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563562"/>
          </a:xfrm>
        </p:spPr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91109792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0"/>
    </mc:Choice>
    <mc:Fallback>
      <p:transition/>
    </mc:Fallback>
  </mc:AlternateContent>
  <p:timing>
    <p:tnLst>
      <p:par>
        <p:cTn id="1" dur="indefinite" restart="never" nodeType="tmRoot"/>
      </p:par>
    </p:tnLst>
  </p:timing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46467961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0"/>
    </mc:Choice>
    <mc:Fallback>
      <p:transition/>
    </mc:Fallback>
  </mc:AlternateContent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32702400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0"/>
    </mc:Choice>
    <mc:Fallback>
      <p:transition/>
    </mc:Fallback>
  </mc:AlternateContent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2981968288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0"/>
    </mc:Choice>
    <mc:Fallback>
      <p:transition/>
    </mc:Fallback>
  </mc:AlternateContent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r>
              <a:rPr lang="en-US" noProof="0" dirty="0" smtClean="0"/>
              <a:t>Click icon to add picture</a:t>
            </a:r>
            <a:endParaRPr lang="en-US" noProof="0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2553355545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0"/>
    </mc:Choice>
    <mc:Fallback>
      <p:transition/>
    </mc:Fallback>
  </mc:AlternateContent>
</p:sldLayout>
</file>

<file path=ppt/slideLayouts/slideLayout25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463462083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0"/>
    </mc:Choice>
    <mc:Fallback>
      <p:transition/>
    </mc:Fallback>
  </mc:AlternateContent>
</p:sldLayout>
</file>

<file path=ppt/slideLayouts/slideLayout2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6049962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6049962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5865040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0"/>
    </mc:Choice>
    <mc:Fallback>
      <p:transition/>
    </mc:Fallback>
  </mc:AlternateContent>
</p:sldLayout>
</file>

<file path=ppt/slideMasters/_rels/slideMaster1.xml.rels><?xml version="1.0" encoding="UTF-8" standalone="yes"?>
<Relationships xmlns="http://schemas.openxmlformats.org/package/2006/relationships"><Relationship Id="rId11" Type="http://schemas.openxmlformats.org/officeDocument/2006/relationships/slideLayout" Target="../slideLayouts/slideLayout11.xml"/><Relationship Id="rId12" Type="http://schemas.openxmlformats.org/officeDocument/2006/relationships/slideLayout" Target="../slideLayouts/slideLayout12.xml"/><Relationship Id="rId13" Type="http://schemas.openxmlformats.org/officeDocument/2006/relationships/slideLayout" Target="../slideLayouts/slideLayout13.xml"/><Relationship Id="rId14" Type="http://schemas.openxmlformats.org/officeDocument/2006/relationships/slideLayout" Target="../slideLayouts/slideLayout14.xml"/><Relationship Id="rId15" Type="http://schemas.openxmlformats.org/officeDocument/2006/relationships/slideLayout" Target="../slideLayouts/slideLayout15.xml"/><Relationship Id="rId16" Type="http://schemas.openxmlformats.org/officeDocument/2006/relationships/theme" Target="../theme/theme1.xml"/><Relationship Id="rId17" Type="http://schemas.openxmlformats.org/officeDocument/2006/relationships/image" Target="../media/image1.png"/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/Relationships>
</file>

<file path=ppt/slideMasters/_rels/slideMaster2.xml.rels><?xml version="1.0" encoding="UTF-8" standalone="yes"?>
<Relationships xmlns="http://schemas.openxmlformats.org/package/2006/relationships"><Relationship Id="rId11" Type="http://schemas.openxmlformats.org/officeDocument/2006/relationships/slideLayout" Target="../slideLayouts/slideLayout26.xml"/><Relationship Id="rId12" Type="http://schemas.openxmlformats.org/officeDocument/2006/relationships/theme" Target="../theme/theme2.xml"/><Relationship Id="rId13" Type="http://schemas.openxmlformats.org/officeDocument/2006/relationships/image" Target="../media/image4.jpeg"/><Relationship Id="rId14" Type="http://schemas.openxmlformats.org/officeDocument/2006/relationships/image" Target="../media/image5.png"/><Relationship Id="rId1" Type="http://schemas.openxmlformats.org/officeDocument/2006/relationships/slideLayout" Target="../slideLayouts/slideLayout16.xml"/><Relationship Id="rId2" Type="http://schemas.openxmlformats.org/officeDocument/2006/relationships/slideLayout" Target="../slideLayouts/slideLayout17.xml"/><Relationship Id="rId3" Type="http://schemas.openxmlformats.org/officeDocument/2006/relationships/slideLayout" Target="../slideLayouts/slideLayout18.xml"/><Relationship Id="rId4" Type="http://schemas.openxmlformats.org/officeDocument/2006/relationships/slideLayout" Target="../slideLayouts/slideLayout19.xml"/><Relationship Id="rId5" Type="http://schemas.openxmlformats.org/officeDocument/2006/relationships/slideLayout" Target="../slideLayouts/slideLayout20.xml"/><Relationship Id="rId6" Type="http://schemas.openxmlformats.org/officeDocument/2006/relationships/slideLayout" Target="../slideLayouts/slideLayout21.xml"/><Relationship Id="rId7" Type="http://schemas.openxmlformats.org/officeDocument/2006/relationships/slideLayout" Target="../slideLayouts/slideLayout22.xml"/><Relationship Id="rId8" Type="http://schemas.openxmlformats.org/officeDocument/2006/relationships/slideLayout" Target="../slideLayouts/slideLayout23.xml"/><Relationship Id="rId9" Type="http://schemas.openxmlformats.org/officeDocument/2006/relationships/slideLayout" Target="../slideLayouts/slideLayout24.xml"/><Relationship Id="rId10" Type="http://schemas.openxmlformats.org/officeDocument/2006/relationships/slideLayout" Target="../slideLayouts/slideLayout25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7" name="Rectangle 6"/>
          <p:cNvSpPr>
            <a:spLocks noGrp="1" noChangeArrowheads="1"/>
          </p:cNvSpPr>
          <p:nvPr>
            <p:ph type="body" idx="1"/>
          </p:nvPr>
        </p:nvSpPr>
        <p:spPr bwMode="auto">
          <a:xfrm>
            <a:off x="457200" y="1828800"/>
            <a:ext cx="8305800" cy="4876800"/>
          </a:xfrm>
          <a:prstGeom prst="rect">
            <a:avLst/>
          </a:prstGeom>
          <a:noFill/>
          <a:ln>
            <a:noFill/>
          </a:ln>
          <a:extLst>
            <a:ext uri="{FAA26D3D-D897-4be2-8F04-BA451C77F1D7}">
              <ma14:placeholderFlag xmlns:ma14="http://schemas.microsoft.com/office/mac/drawingml/2011/main" val="1"/>
            </a:ex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grpSp>
        <p:nvGrpSpPr>
          <p:cNvPr id="1028" name="Group 2"/>
          <p:cNvGrpSpPr>
            <a:grpSpLocks/>
          </p:cNvGrpSpPr>
          <p:nvPr/>
        </p:nvGrpSpPr>
        <p:grpSpPr bwMode="auto">
          <a:xfrm>
            <a:off x="152400" y="304800"/>
            <a:ext cx="8839200" cy="1295400"/>
            <a:chOff x="288" y="1632"/>
            <a:chExt cx="5232" cy="816"/>
          </a:xfrm>
        </p:grpSpPr>
        <p:sp>
          <p:nvSpPr>
            <p:cNvPr id="3075" name="AutoShape 3"/>
            <p:cNvSpPr>
              <a:spLocks noChangeArrowheads="1"/>
            </p:cNvSpPr>
            <p:nvPr/>
          </p:nvSpPr>
          <p:spPr bwMode="auto">
            <a:xfrm>
              <a:off x="288" y="1632"/>
              <a:ext cx="5232" cy="816"/>
            </a:xfrm>
            <a:prstGeom prst="roundRect">
              <a:avLst>
                <a:gd name="adj" fmla="val 50000"/>
              </a:avLst>
            </a:prstGeom>
            <a:gradFill rotWithShape="1">
              <a:gsLst>
                <a:gs pos="0">
                  <a:srgbClr val="007CC3"/>
                </a:gs>
                <a:gs pos="100000">
                  <a:srgbClr val="011F30"/>
                </a:gs>
              </a:gsLst>
              <a:path path="shape">
                <a:fillToRect l="50000" t="50000" r="50000" b="50000"/>
              </a:path>
            </a:gradFill>
            <a:ln w="9525">
              <a:noFill/>
              <a:round/>
              <a:headEnd/>
              <a:tailEnd/>
            </a:ln>
            <a:effectLst>
              <a:outerShdw blurRad="63500" dist="117432" dir="4604261" algn="ctr" rotWithShape="0">
                <a:schemeClr val="bg2">
                  <a:alpha val="50000"/>
                </a:schemeClr>
              </a:outerShdw>
            </a:effectLst>
          </p:spPr>
          <p:txBody>
            <a:bodyPr wrap="none" anchor="ctr"/>
            <a:lstStyle/>
            <a:p>
              <a:pPr>
                <a:defRPr/>
              </a:pPr>
              <a:endParaRPr lang="en-US">
                <a:latin typeface="Arial" pitchFamily="-112" charset="0"/>
                <a:ea typeface="ＭＳ Ｐゴシック" pitchFamily="-112" charset="-128"/>
                <a:cs typeface="ＭＳ Ｐゴシック" pitchFamily="-112" charset="-128"/>
              </a:endParaRPr>
            </a:p>
          </p:txBody>
        </p:sp>
        <p:sp>
          <p:nvSpPr>
            <p:cNvPr id="1031" name="AutoShape 4"/>
            <p:cNvSpPr>
              <a:spLocks noChangeArrowheads="1"/>
            </p:cNvSpPr>
            <p:nvPr/>
          </p:nvSpPr>
          <p:spPr bwMode="auto">
            <a:xfrm>
              <a:off x="316" y="1656"/>
              <a:ext cx="5171" cy="752"/>
            </a:xfrm>
            <a:prstGeom prst="roundRect">
              <a:avLst>
                <a:gd name="adj" fmla="val 50000"/>
              </a:avLst>
            </a:prstGeom>
            <a:gradFill rotWithShape="1">
              <a:gsLst>
                <a:gs pos="0">
                  <a:srgbClr val="007CC3"/>
                </a:gs>
                <a:gs pos="100000">
                  <a:srgbClr val="011F30"/>
                </a:gs>
              </a:gsLst>
              <a:path path="shape">
                <a:fillToRect l="50000" t="50000" r="50000" b="50000"/>
              </a:path>
            </a:gradFill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</p:grpSp>
      <p:sp>
        <p:nvSpPr>
          <p:cNvPr id="1029" name="Rectangle 5"/>
          <p:cNvSpPr>
            <a:spLocks noGrp="1" noChangeArrowheads="1"/>
          </p:cNvSpPr>
          <p:nvPr>
            <p:ph type="title"/>
          </p:nvPr>
        </p:nvSpPr>
        <p:spPr bwMode="auto">
          <a:xfrm>
            <a:off x="685800" y="381000"/>
            <a:ext cx="7772400" cy="1143000"/>
          </a:xfrm>
          <a:prstGeom prst="rect">
            <a:avLst/>
          </a:prstGeom>
          <a:noFill/>
          <a:ln>
            <a:noFill/>
          </a:ln>
          <a:extLst>
            <a:ext uri="{FAA26D3D-D897-4be2-8F04-BA451C77F1D7}">
              <ma14:placeholderFlag xmlns:ma14="http://schemas.microsoft.com/office/mac/drawingml/2011/main" val="1"/>
            </a:ex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en-US" smtClean="0"/>
              <a:t>Click to edit Master title style</a:t>
            </a:r>
            <a:endParaRPr lang="en-US"/>
          </a:p>
        </p:txBody>
      </p:sp>
      <p:pic>
        <p:nvPicPr>
          <p:cNvPr id="2" name="Picture 1"/>
          <p:cNvPicPr>
            <a:picLocks noChangeAspect="1"/>
          </p:cNvPicPr>
          <p:nvPr userDrawn="1"/>
        </p:nvPicPr>
        <p:blipFill>
          <a:blip r:embed="rId1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400545" y="6183791"/>
            <a:ext cx="1591055" cy="598009"/>
          </a:xfrm>
          <a:prstGeom prst="rect">
            <a:avLst/>
          </a:prstGeom>
        </p:spPr>
      </p:pic>
    </p:spTree>
  </p:cSld>
  <p:clrMap bg1="lt1" tx1="dk1" bg2="lt2" tx2="dk2" accent1="accent1" accent2="accent2" accent3="accent3" accent4="accent4" accent5="accent5" accent6="accent6" hlink="hlink" folHlink="folHlink"/>
  <p:sldLayoutIdLst>
    <p:sldLayoutId id="2147483791" r:id="rId1"/>
    <p:sldLayoutId id="2147483780" r:id="rId2"/>
    <p:sldLayoutId id="2147483781" r:id="rId3"/>
    <p:sldLayoutId id="2147483782" r:id="rId4"/>
    <p:sldLayoutId id="2147483783" r:id="rId5"/>
    <p:sldLayoutId id="2147483784" r:id="rId6"/>
    <p:sldLayoutId id="2147483785" r:id="rId7"/>
    <p:sldLayoutId id="2147483786" r:id="rId8"/>
    <p:sldLayoutId id="2147483787" r:id="rId9"/>
    <p:sldLayoutId id="2147483788" r:id="rId10"/>
    <p:sldLayoutId id="2147483789" r:id="rId11"/>
    <p:sldLayoutId id="2147483790" r:id="rId12"/>
    <p:sldLayoutId id="2147483792" r:id="rId13"/>
    <p:sldLayoutId id="2147483806" r:id="rId14"/>
    <p:sldLayoutId id="2147483805" r:id="rId15"/>
  </p:sldLayoutIdLst>
  <mc:AlternateContent xmlns:mc="http://schemas.openxmlformats.org/markup-compatibility/2006">
    <mc:Choice xmlns:p14="http://schemas.microsoft.com/office/powerpoint/2010/main" Requires="p14">
      <p:transition p14:dur="0"/>
    </mc:Choice>
    <mc:Fallback>
      <p:transition/>
    </mc:Fallback>
  </mc:AlternateContent>
  <p:timing>
    <p:tnLst>
      <p:par>
        <p:cTn id="1" dur="indefinite" restart="never" nodeType="tmRoot"/>
      </p:par>
    </p:tnLst>
  </p:timing>
  <p:txStyles>
    <p:titleStyle>
      <a:lvl1pPr algn="ctr" rtl="0" eaLnBrk="1" fontAlgn="base" hangingPunct="1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+mj-lt"/>
          <a:ea typeface="ＭＳ Ｐゴシック" pitchFamily="-110" charset="-128"/>
          <a:cs typeface="ＭＳ Ｐゴシック" pitchFamily="-110" charset="-128"/>
        </a:defRPr>
      </a:lvl1pPr>
      <a:lvl2pPr algn="ctr" rtl="0" eaLnBrk="1" fontAlgn="base" hangingPunct="1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pitchFamily="-65" charset="0"/>
          <a:ea typeface="ＭＳ Ｐゴシック" pitchFamily="-110" charset="-128"/>
          <a:cs typeface="ＭＳ Ｐゴシック" pitchFamily="-110" charset="-128"/>
        </a:defRPr>
      </a:lvl2pPr>
      <a:lvl3pPr algn="ctr" rtl="0" eaLnBrk="1" fontAlgn="base" hangingPunct="1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pitchFamily="-65" charset="0"/>
          <a:ea typeface="ＭＳ Ｐゴシック" pitchFamily="-110" charset="-128"/>
          <a:cs typeface="ＭＳ Ｐゴシック" pitchFamily="-110" charset="-128"/>
        </a:defRPr>
      </a:lvl3pPr>
      <a:lvl4pPr algn="ctr" rtl="0" eaLnBrk="1" fontAlgn="base" hangingPunct="1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pitchFamily="-65" charset="0"/>
          <a:ea typeface="ＭＳ Ｐゴシック" pitchFamily="-110" charset="-128"/>
          <a:cs typeface="ＭＳ Ｐゴシック" pitchFamily="-110" charset="-128"/>
        </a:defRPr>
      </a:lvl4pPr>
      <a:lvl5pPr algn="ctr" rtl="0" eaLnBrk="1" fontAlgn="base" hangingPunct="1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pitchFamily="-65" charset="0"/>
          <a:ea typeface="ＭＳ Ｐゴシック" pitchFamily="-110" charset="-128"/>
          <a:cs typeface="ＭＳ Ｐゴシック" pitchFamily="-110" charset="-128"/>
        </a:defRPr>
      </a:lvl5pPr>
      <a:lvl6pPr marL="457200" algn="ctr" rtl="0" eaLnBrk="1" fontAlgn="base" hangingPunct="1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pitchFamily="-65" charset="0"/>
        </a:defRPr>
      </a:lvl6pPr>
      <a:lvl7pPr marL="914400" algn="ctr" rtl="0" eaLnBrk="1" fontAlgn="base" hangingPunct="1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pitchFamily="-65" charset="0"/>
        </a:defRPr>
      </a:lvl7pPr>
      <a:lvl8pPr marL="1371600" algn="ctr" rtl="0" eaLnBrk="1" fontAlgn="base" hangingPunct="1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pitchFamily="-65" charset="0"/>
        </a:defRPr>
      </a:lvl8pPr>
      <a:lvl9pPr marL="1828800" algn="ctr" rtl="0" eaLnBrk="1" fontAlgn="base" hangingPunct="1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pitchFamily="-65" charset="0"/>
        </a:defRPr>
      </a:lvl9pPr>
    </p:titleStyle>
    <p:bodyStyle>
      <a:lvl1pPr marL="342900" indent="-342900" algn="l" rtl="0" eaLnBrk="1" fontAlgn="base" hangingPunct="1">
        <a:spcBef>
          <a:spcPct val="20000"/>
        </a:spcBef>
        <a:spcAft>
          <a:spcPct val="0"/>
        </a:spcAft>
        <a:buClr>
          <a:schemeClr val="folHlink"/>
        </a:buClr>
        <a:buSzPct val="120000"/>
        <a:buFont typeface="Arial" charset="0"/>
        <a:buChar char="•"/>
        <a:defRPr sz="3200">
          <a:solidFill>
            <a:schemeClr val="tx1"/>
          </a:solidFill>
          <a:latin typeface="+mn-lt"/>
          <a:ea typeface="ＭＳ Ｐゴシック" pitchFamily="-110" charset="-128"/>
          <a:cs typeface="ＭＳ Ｐゴシック" pitchFamily="-110" charset="-128"/>
        </a:defRPr>
      </a:lvl1pPr>
      <a:lvl2pPr marL="742950" indent="-285750" algn="l" rtl="0" eaLnBrk="1" fontAlgn="base" hangingPunct="1">
        <a:spcBef>
          <a:spcPct val="20000"/>
        </a:spcBef>
        <a:spcAft>
          <a:spcPct val="0"/>
        </a:spcAft>
        <a:buClr>
          <a:schemeClr val="accent2"/>
        </a:buClr>
        <a:buFont typeface="Wingdings" charset="0"/>
        <a:buChar char="§"/>
        <a:defRPr sz="2800">
          <a:solidFill>
            <a:schemeClr val="tx1"/>
          </a:solidFill>
          <a:latin typeface="+mn-lt"/>
          <a:ea typeface="ＭＳ Ｐゴシック" pitchFamily="-65" charset="-128"/>
        </a:defRPr>
      </a:lvl2pPr>
      <a:lvl3pPr marL="1143000" indent="-228600" algn="l" rtl="0" eaLnBrk="1" fontAlgn="base" hangingPunct="1">
        <a:spcBef>
          <a:spcPct val="20000"/>
        </a:spcBef>
        <a:spcAft>
          <a:spcPct val="0"/>
        </a:spcAft>
        <a:buClr>
          <a:schemeClr val="folHlink"/>
        </a:buClr>
        <a:buFont typeface="Arial" charset="0"/>
        <a:buChar char="•"/>
        <a:defRPr sz="2400">
          <a:solidFill>
            <a:schemeClr val="tx1"/>
          </a:solidFill>
          <a:latin typeface="+mn-lt"/>
          <a:ea typeface="ＭＳ Ｐゴシック" pitchFamily="-65" charset="-128"/>
        </a:defRPr>
      </a:lvl3pPr>
      <a:lvl4pPr marL="1600200" indent="-228600" algn="l" rtl="0" eaLnBrk="1" fontAlgn="base" hangingPunct="1">
        <a:spcBef>
          <a:spcPct val="20000"/>
        </a:spcBef>
        <a:spcAft>
          <a:spcPct val="0"/>
        </a:spcAft>
        <a:buClr>
          <a:schemeClr val="accent2"/>
        </a:buClr>
        <a:buFont typeface="Wingdings" charset="0"/>
        <a:buChar char="§"/>
        <a:defRPr sz="2000">
          <a:solidFill>
            <a:schemeClr val="tx1"/>
          </a:solidFill>
          <a:latin typeface="+mn-lt"/>
          <a:ea typeface="ＭＳ Ｐゴシック" pitchFamily="-65" charset="-128"/>
        </a:defRPr>
      </a:lvl4pPr>
      <a:lvl5pPr marL="2057400" indent="-228600" algn="l" rtl="0" eaLnBrk="1" fontAlgn="base" hangingPunct="1">
        <a:spcBef>
          <a:spcPct val="20000"/>
        </a:spcBef>
        <a:spcAft>
          <a:spcPct val="0"/>
        </a:spcAft>
        <a:buClr>
          <a:schemeClr val="folHlink"/>
        </a:buClr>
        <a:buFont typeface="Arial" charset="0"/>
        <a:buChar char="•"/>
        <a:defRPr sz="2000">
          <a:solidFill>
            <a:schemeClr val="tx1"/>
          </a:solidFill>
          <a:latin typeface="+mn-lt"/>
          <a:ea typeface="ＭＳ Ｐゴシック" pitchFamily="-65" charset="-128"/>
        </a:defRPr>
      </a:lvl5pPr>
      <a:lvl6pPr marL="2514600" indent="-228600" algn="l" rtl="0" eaLnBrk="1" fontAlgn="base" hangingPunct="1">
        <a:spcBef>
          <a:spcPct val="20000"/>
        </a:spcBef>
        <a:spcAft>
          <a:spcPct val="0"/>
        </a:spcAft>
        <a:buClr>
          <a:schemeClr val="folHlink"/>
        </a:buClr>
        <a:buFont typeface="Arial" pitchFamily="-65" charset="0"/>
        <a:buChar char="•"/>
        <a:defRPr sz="2000">
          <a:solidFill>
            <a:schemeClr val="tx1"/>
          </a:solidFill>
          <a:latin typeface="+mn-lt"/>
          <a:ea typeface="ＭＳ Ｐゴシック" pitchFamily="-65" charset="-128"/>
        </a:defRPr>
      </a:lvl6pPr>
      <a:lvl7pPr marL="2971800" indent="-228600" algn="l" rtl="0" eaLnBrk="1" fontAlgn="base" hangingPunct="1">
        <a:spcBef>
          <a:spcPct val="20000"/>
        </a:spcBef>
        <a:spcAft>
          <a:spcPct val="0"/>
        </a:spcAft>
        <a:buClr>
          <a:schemeClr val="folHlink"/>
        </a:buClr>
        <a:buFont typeface="Arial" pitchFamily="-65" charset="0"/>
        <a:buChar char="•"/>
        <a:defRPr sz="2000">
          <a:solidFill>
            <a:schemeClr val="tx1"/>
          </a:solidFill>
          <a:latin typeface="+mn-lt"/>
          <a:ea typeface="ＭＳ Ｐゴシック" pitchFamily="-65" charset="-128"/>
        </a:defRPr>
      </a:lvl7pPr>
      <a:lvl8pPr marL="3429000" indent="-228600" algn="l" rtl="0" eaLnBrk="1" fontAlgn="base" hangingPunct="1">
        <a:spcBef>
          <a:spcPct val="20000"/>
        </a:spcBef>
        <a:spcAft>
          <a:spcPct val="0"/>
        </a:spcAft>
        <a:buClr>
          <a:schemeClr val="folHlink"/>
        </a:buClr>
        <a:buFont typeface="Arial" pitchFamily="-65" charset="0"/>
        <a:buChar char="•"/>
        <a:defRPr sz="2000">
          <a:solidFill>
            <a:schemeClr val="tx1"/>
          </a:solidFill>
          <a:latin typeface="+mn-lt"/>
          <a:ea typeface="ＭＳ Ｐゴシック" pitchFamily="-65" charset="-128"/>
        </a:defRPr>
      </a:lvl8pPr>
      <a:lvl9pPr marL="3886200" indent="-228600" algn="l" rtl="0" eaLnBrk="1" fontAlgn="base" hangingPunct="1">
        <a:spcBef>
          <a:spcPct val="20000"/>
        </a:spcBef>
        <a:spcAft>
          <a:spcPct val="0"/>
        </a:spcAft>
        <a:buClr>
          <a:schemeClr val="folHlink"/>
        </a:buClr>
        <a:buFont typeface="Arial" pitchFamily="-65" charset="0"/>
        <a:buChar char="•"/>
        <a:defRPr sz="2000">
          <a:solidFill>
            <a:schemeClr val="tx1"/>
          </a:solidFill>
          <a:latin typeface="+mn-lt"/>
          <a:ea typeface="ＭＳ Ｐゴシック" pitchFamily="-65" charset="-128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blipFill dpi="0" rotWithShape="0">
          <a:blip r:embed="rId13"/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Rectangle 2"/>
          <p:cNvSpPr>
            <a:spLocks noGrp="1" noChangeArrowheads="1"/>
          </p:cNvSpPr>
          <p:nvPr>
            <p:ph type="title"/>
          </p:nvPr>
        </p:nvSpPr>
        <p:spPr bwMode="auto">
          <a:xfrm>
            <a:off x="457200" y="274638"/>
            <a:ext cx="7391400" cy="57943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  <a:spAutoFit/>
          </a:bodyPr>
          <a:lstStyle/>
          <a:p>
            <a:pPr lvl="0"/>
            <a:r>
              <a:rPr lang="en-US" smtClean="0"/>
              <a:t>Click to edit Master title style</a:t>
            </a:r>
          </a:p>
        </p:txBody>
      </p:sp>
      <p:sp>
        <p:nvSpPr>
          <p:cNvPr id="1027" name="Rectangle 3"/>
          <p:cNvSpPr>
            <a:spLocks noGrp="1" noChangeArrowheads="1"/>
          </p:cNvSpPr>
          <p:nvPr>
            <p:ph type="body" idx="1"/>
          </p:nvPr>
        </p:nvSpPr>
        <p:spPr bwMode="auto">
          <a:xfrm>
            <a:off x="457200" y="1600200"/>
            <a:ext cx="8229600" cy="47244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</p:txBody>
      </p:sp>
    </p:spTree>
  </p:cSld>
  <p:clrMap bg1="dk2" tx1="lt1" bg2="dk1" tx2="lt2" accent1="accent1" accent2="accent2" accent3="accent3" accent4="accent4" accent5="accent5" accent6="accent6" hlink="hlink" folHlink="folHlink"/>
  <p:sldLayoutIdLst>
    <p:sldLayoutId id="2147483794" r:id="rId1"/>
    <p:sldLayoutId id="2147483795" r:id="rId2"/>
    <p:sldLayoutId id="2147483796" r:id="rId3"/>
    <p:sldLayoutId id="2147483797" r:id="rId4"/>
    <p:sldLayoutId id="2147483798" r:id="rId5"/>
    <p:sldLayoutId id="2147483799" r:id="rId6"/>
    <p:sldLayoutId id="2147483800" r:id="rId7"/>
    <p:sldLayoutId id="2147483801" r:id="rId8"/>
    <p:sldLayoutId id="2147483802" r:id="rId9"/>
    <p:sldLayoutId id="2147483803" r:id="rId10"/>
    <p:sldLayoutId id="2147483804" r:id="rId11"/>
  </p:sldLayoutIdLst>
  <mc:AlternateContent xmlns:mc="http://schemas.openxmlformats.org/markup-compatibility/2006">
    <mc:Choice xmlns:p14="http://schemas.microsoft.com/office/powerpoint/2010/main" Requires="p14">
      <p:transition p14:dur="0"/>
    </mc:Choice>
    <mc:Fallback>
      <p:transition/>
    </mc:Fallback>
  </mc:AlternateContent>
  <p:timing>
    <p:tnLst>
      <p:par>
        <p:cTn id="1" dur="indefinite" restart="never" nodeType="tmRoot"/>
      </p:par>
    </p:tnLst>
  </p:timing>
  <p:txStyles>
    <p:titleStyle>
      <a:lvl1pPr algn="l" rtl="0" eaLnBrk="1" fontAlgn="base" hangingPunct="1">
        <a:spcBef>
          <a:spcPct val="0"/>
        </a:spcBef>
        <a:spcAft>
          <a:spcPct val="0"/>
        </a:spcAft>
        <a:defRPr sz="3200" b="1">
          <a:solidFill>
            <a:srgbClr val="73B900"/>
          </a:solidFill>
          <a:latin typeface="+mj-lt"/>
          <a:ea typeface="+mj-ea"/>
          <a:cs typeface="+mj-cs"/>
        </a:defRPr>
      </a:lvl1pPr>
      <a:lvl2pPr algn="l" rtl="0" eaLnBrk="1" fontAlgn="base" hangingPunct="1">
        <a:spcBef>
          <a:spcPct val="0"/>
        </a:spcBef>
        <a:spcAft>
          <a:spcPct val="0"/>
        </a:spcAft>
        <a:defRPr sz="3200" b="1">
          <a:solidFill>
            <a:srgbClr val="73B900"/>
          </a:solidFill>
          <a:latin typeface="Arial" charset="0"/>
        </a:defRPr>
      </a:lvl2pPr>
      <a:lvl3pPr algn="l" rtl="0" eaLnBrk="1" fontAlgn="base" hangingPunct="1">
        <a:spcBef>
          <a:spcPct val="0"/>
        </a:spcBef>
        <a:spcAft>
          <a:spcPct val="0"/>
        </a:spcAft>
        <a:defRPr sz="3200" b="1">
          <a:solidFill>
            <a:srgbClr val="73B900"/>
          </a:solidFill>
          <a:latin typeface="Arial" charset="0"/>
        </a:defRPr>
      </a:lvl3pPr>
      <a:lvl4pPr algn="l" rtl="0" eaLnBrk="1" fontAlgn="base" hangingPunct="1">
        <a:spcBef>
          <a:spcPct val="0"/>
        </a:spcBef>
        <a:spcAft>
          <a:spcPct val="0"/>
        </a:spcAft>
        <a:defRPr sz="3200" b="1">
          <a:solidFill>
            <a:srgbClr val="73B900"/>
          </a:solidFill>
          <a:latin typeface="Arial" charset="0"/>
        </a:defRPr>
      </a:lvl4pPr>
      <a:lvl5pPr algn="l" rtl="0" eaLnBrk="1" fontAlgn="base" hangingPunct="1">
        <a:spcBef>
          <a:spcPct val="0"/>
        </a:spcBef>
        <a:spcAft>
          <a:spcPct val="0"/>
        </a:spcAft>
        <a:defRPr sz="3200" b="1">
          <a:solidFill>
            <a:srgbClr val="73B900"/>
          </a:solidFill>
          <a:latin typeface="Arial" charset="0"/>
        </a:defRPr>
      </a:lvl5pPr>
      <a:lvl6pPr marL="457200" algn="l" rtl="0" eaLnBrk="1" fontAlgn="base" hangingPunct="1">
        <a:spcBef>
          <a:spcPct val="0"/>
        </a:spcBef>
        <a:spcAft>
          <a:spcPct val="0"/>
        </a:spcAft>
        <a:defRPr sz="3200" b="1">
          <a:solidFill>
            <a:srgbClr val="73B900"/>
          </a:solidFill>
          <a:latin typeface="Arial" charset="0"/>
        </a:defRPr>
      </a:lvl6pPr>
      <a:lvl7pPr marL="914400" algn="l" rtl="0" eaLnBrk="1" fontAlgn="base" hangingPunct="1">
        <a:spcBef>
          <a:spcPct val="0"/>
        </a:spcBef>
        <a:spcAft>
          <a:spcPct val="0"/>
        </a:spcAft>
        <a:defRPr sz="3200" b="1">
          <a:solidFill>
            <a:srgbClr val="73B900"/>
          </a:solidFill>
          <a:latin typeface="Arial" charset="0"/>
        </a:defRPr>
      </a:lvl7pPr>
      <a:lvl8pPr marL="1371600" algn="l" rtl="0" eaLnBrk="1" fontAlgn="base" hangingPunct="1">
        <a:spcBef>
          <a:spcPct val="0"/>
        </a:spcBef>
        <a:spcAft>
          <a:spcPct val="0"/>
        </a:spcAft>
        <a:defRPr sz="3200" b="1">
          <a:solidFill>
            <a:srgbClr val="73B900"/>
          </a:solidFill>
          <a:latin typeface="Arial" charset="0"/>
        </a:defRPr>
      </a:lvl8pPr>
      <a:lvl9pPr marL="1828800" algn="l" rtl="0" eaLnBrk="1" fontAlgn="base" hangingPunct="1">
        <a:spcBef>
          <a:spcPct val="0"/>
        </a:spcBef>
        <a:spcAft>
          <a:spcPct val="0"/>
        </a:spcAft>
        <a:defRPr sz="3200" b="1">
          <a:solidFill>
            <a:srgbClr val="73B900"/>
          </a:solidFill>
          <a:latin typeface="Arial" charset="0"/>
        </a:defRPr>
      </a:lvl9pPr>
    </p:titleStyle>
    <p:bodyStyle>
      <a:lvl1pPr marL="344488" indent="-344488" algn="l" rtl="0" eaLnBrk="1" fontAlgn="base" hangingPunct="1">
        <a:spcBef>
          <a:spcPct val="20000"/>
        </a:spcBef>
        <a:spcAft>
          <a:spcPct val="0"/>
        </a:spcAft>
        <a:buSzPct val="100000"/>
        <a:buBlip>
          <a:blip r:embed="rId14"/>
        </a:buBlip>
        <a:defRPr sz="2400" b="1">
          <a:solidFill>
            <a:schemeClr val="tx1"/>
          </a:solidFill>
          <a:latin typeface="+mn-lt"/>
          <a:ea typeface="+mn-ea"/>
          <a:cs typeface="+mn-cs"/>
        </a:defRPr>
      </a:lvl1pPr>
      <a:lvl2pPr marL="914400" indent="-342900" algn="l" rtl="0" eaLnBrk="1" fontAlgn="base" hangingPunct="1">
        <a:spcBef>
          <a:spcPct val="20000"/>
        </a:spcBef>
        <a:spcAft>
          <a:spcPct val="0"/>
        </a:spcAft>
        <a:buSzPct val="100000"/>
        <a:buBlip>
          <a:blip r:embed="rId14"/>
        </a:buBlip>
        <a:defRPr sz="2000" b="1">
          <a:solidFill>
            <a:schemeClr val="tx1"/>
          </a:solidFill>
          <a:latin typeface="+mn-lt"/>
        </a:defRPr>
      </a:lvl2pPr>
      <a:lvl3pPr marL="1371600" indent="-282575" algn="l" rtl="0" eaLnBrk="1" fontAlgn="base" hangingPunct="1">
        <a:spcBef>
          <a:spcPct val="20000"/>
        </a:spcBef>
        <a:spcAft>
          <a:spcPct val="0"/>
        </a:spcAft>
        <a:buSzPct val="100000"/>
        <a:buBlip>
          <a:blip r:embed="rId14"/>
        </a:buBlip>
        <a:defRPr sz="2400" b="1">
          <a:solidFill>
            <a:schemeClr val="tx1"/>
          </a:solidFill>
          <a:latin typeface="+mn-lt"/>
        </a:defRPr>
      </a:lvl3pPr>
      <a:lvl4pPr marL="1774825" indent="-228600" algn="l" rtl="0" eaLnBrk="1" fontAlgn="base" hangingPunct="1">
        <a:spcBef>
          <a:spcPct val="20000"/>
        </a:spcBef>
        <a:spcAft>
          <a:spcPct val="0"/>
        </a:spcAft>
        <a:buChar char="–"/>
        <a:defRPr sz="2000">
          <a:solidFill>
            <a:schemeClr val="bg1"/>
          </a:solidFill>
          <a:latin typeface="+mn-lt"/>
        </a:defRPr>
      </a:lvl4pPr>
      <a:lvl5pPr marL="2117725" indent="-228600" algn="l" rtl="0" eaLnBrk="1" fontAlgn="base" hangingPunct="1">
        <a:spcBef>
          <a:spcPct val="20000"/>
        </a:spcBef>
        <a:spcAft>
          <a:spcPct val="0"/>
        </a:spcAft>
        <a:buChar char="»"/>
        <a:defRPr sz="2000">
          <a:solidFill>
            <a:schemeClr val="bg1"/>
          </a:solidFill>
          <a:latin typeface="+mn-lt"/>
        </a:defRPr>
      </a:lvl5pPr>
      <a:lvl6pPr marL="2574925" indent="-228600" algn="l" rtl="0" eaLnBrk="1" fontAlgn="base" hangingPunct="1">
        <a:spcBef>
          <a:spcPct val="20000"/>
        </a:spcBef>
        <a:spcAft>
          <a:spcPct val="0"/>
        </a:spcAft>
        <a:buChar char="»"/>
        <a:defRPr sz="2000">
          <a:solidFill>
            <a:schemeClr val="bg1"/>
          </a:solidFill>
          <a:latin typeface="+mn-lt"/>
        </a:defRPr>
      </a:lvl6pPr>
      <a:lvl7pPr marL="3032125" indent="-228600" algn="l" rtl="0" eaLnBrk="1" fontAlgn="base" hangingPunct="1">
        <a:spcBef>
          <a:spcPct val="20000"/>
        </a:spcBef>
        <a:spcAft>
          <a:spcPct val="0"/>
        </a:spcAft>
        <a:buChar char="»"/>
        <a:defRPr sz="2000">
          <a:solidFill>
            <a:schemeClr val="bg1"/>
          </a:solidFill>
          <a:latin typeface="+mn-lt"/>
        </a:defRPr>
      </a:lvl7pPr>
      <a:lvl8pPr marL="3489325" indent="-228600" algn="l" rtl="0" eaLnBrk="1" fontAlgn="base" hangingPunct="1">
        <a:spcBef>
          <a:spcPct val="20000"/>
        </a:spcBef>
        <a:spcAft>
          <a:spcPct val="0"/>
        </a:spcAft>
        <a:buChar char="»"/>
        <a:defRPr sz="2000">
          <a:solidFill>
            <a:schemeClr val="bg1"/>
          </a:solidFill>
          <a:latin typeface="+mn-lt"/>
        </a:defRPr>
      </a:lvl8pPr>
      <a:lvl9pPr marL="3946525" indent="-228600" algn="l" rtl="0" eaLnBrk="1" fontAlgn="base" hangingPunct="1">
        <a:spcBef>
          <a:spcPct val="20000"/>
        </a:spcBef>
        <a:spcAft>
          <a:spcPct val="0"/>
        </a:spcAft>
        <a:buChar char="»"/>
        <a:defRPr sz="2000">
          <a:solidFill>
            <a:schemeClr val="bg1"/>
          </a:solidFill>
          <a:latin typeface="+mn-lt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1.png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4" Type="http://schemas.openxmlformats.org/officeDocument/2006/relationships/image" Target="../media/image10.png"/><Relationship Id="rId5" Type="http://schemas.openxmlformats.org/officeDocument/2006/relationships/image" Target="../media/image11.png"/><Relationship Id="rId6" Type="http://schemas.openxmlformats.org/officeDocument/2006/relationships/image" Target="../media/image12.png"/><Relationship Id="rId7" Type="http://schemas.openxmlformats.org/officeDocument/2006/relationships/image" Target="../media/image13.png"/><Relationship Id="rId8" Type="http://schemas.openxmlformats.org/officeDocument/2006/relationships/image" Target="../media/image14.png"/><Relationship Id="rId9" Type="http://schemas.openxmlformats.org/officeDocument/2006/relationships/image" Target="../media/image15.png"/><Relationship Id="rId10" Type="http://schemas.openxmlformats.org/officeDocument/2006/relationships/image" Target="../media/image16.png"/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8.jpeg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17.jpeg"/><Relationship Id="rId3" Type="http://schemas.openxmlformats.org/officeDocument/2006/relationships/image" Target="../media/image18.emf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png"/><Relationship Id="rId4" Type="http://schemas.openxmlformats.org/officeDocument/2006/relationships/image" Target="../media/image20.png"/><Relationship Id="rId5" Type="http://schemas.openxmlformats.org/officeDocument/2006/relationships/image" Target="../media/image21.jpeg"/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8.emf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image" Target="../media/image18.emf"/><Relationship Id="rId3" Type="http://schemas.openxmlformats.org/officeDocument/2006/relationships/image" Target="../media/image22.tiff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image" Target="../media/image18.emf"/><Relationship Id="rId3" Type="http://schemas.openxmlformats.org/officeDocument/2006/relationships/image" Target="../media/image22.tiff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image" Target="../media/image18.emf"/><Relationship Id="rId3" Type="http://schemas.openxmlformats.org/officeDocument/2006/relationships/image" Target="../media/image22.tiff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23.emf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97" name="Rectangle 2"/>
          <p:cNvSpPr>
            <a:spLocks noGrp="1" noChangeArrowheads="1"/>
          </p:cNvSpPr>
          <p:nvPr>
            <p:ph type="ctrTitle"/>
          </p:nvPr>
        </p:nvSpPr>
        <p:spPr/>
        <p:txBody>
          <a:bodyPr/>
          <a:lstStyle/>
          <a:p>
            <a:pPr eaLnBrk="1" hangingPunct="1"/>
            <a:r>
              <a:rPr lang="en-US" sz="4000" dirty="0" smtClean="0">
                <a:latin typeface="Arial" charset="0"/>
                <a:ea typeface="ＭＳ Ｐゴシック" charset="0"/>
                <a:cs typeface="ＭＳ Ｐゴシック" charset="0"/>
              </a:rPr>
              <a:t>PMIx: Storage Integration</a:t>
            </a:r>
            <a:endParaRPr lang="en-US" sz="4000" dirty="0">
              <a:latin typeface="Arial" charset="0"/>
              <a:ea typeface="ＭＳ Ｐゴシック" charset="0"/>
              <a:cs typeface="ＭＳ Ｐゴシック" charset="0"/>
            </a:endParaRPr>
          </a:p>
        </p:txBody>
      </p:sp>
      <p:pic>
        <p:nvPicPr>
          <p:cNvPr id="3" name="Picture 2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752600" y="4424065"/>
            <a:ext cx="5477998" cy="2058942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0"/>
    </mc:Choice>
    <mc:Fallback>
      <p:transition/>
    </mc:Fallback>
  </mc:AlternateContent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Agenda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 smtClean="0"/>
              <a:t>Brief overview of PMIx</a:t>
            </a:r>
          </a:p>
          <a:p>
            <a:pPr lvl="1"/>
            <a:r>
              <a:rPr lang="en-US" dirty="0" smtClean="0"/>
              <a:t>What is PMIx?</a:t>
            </a:r>
          </a:p>
          <a:p>
            <a:pPr lvl="1"/>
            <a:r>
              <a:rPr lang="en-US" dirty="0" smtClean="0"/>
              <a:t>Status</a:t>
            </a:r>
          </a:p>
          <a:p>
            <a:r>
              <a:rPr lang="en-US" dirty="0" smtClean="0"/>
              <a:t>Level set</a:t>
            </a:r>
          </a:p>
          <a:p>
            <a:pPr lvl="1"/>
            <a:r>
              <a:rPr lang="en-US" dirty="0" smtClean="0"/>
              <a:t>Target vision of tiered storage</a:t>
            </a:r>
          </a:p>
          <a:p>
            <a:pPr lvl="1"/>
            <a:r>
              <a:rPr lang="en-US" dirty="0" smtClean="0"/>
              <a:t>Role of workload manager</a:t>
            </a:r>
          </a:p>
          <a:p>
            <a:r>
              <a:rPr lang="en-US" dirty="0" smtClean="0"/>
              <a:t>PMIx-Storage integration</a:t>
            </a:r>
          </a:p>
          <a:p>
            <a:pPr lvl="1"/>
            <a:r>
              <a:rPr lang="en-US" dirty="0" smtClean="0"/>
              <a:t>Related existing APIs</a:t>
            </a:r>
          </a:p>
          <a:p>
            <a:pPr lvl="1"/>
            <a:r>
              <a:rPr lang="en-US" dirty="0" smtClean="0"/>
              <a:t>Possible </a:t>
            </a:r>
            <a:r>
              <a:rPr lang="en-US" dirty="0" err="1" smtClean="0"/>
              <a:t>extenstions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823552730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0"/>
    </mc:Choice>
    <mc:Fallback>
      <p:transition/>
    </mc:Fallback>
  </mc:AlternateContent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z="3300" dirty="0" smtClean="0"/>
              <a:t>The Community</a:t>
            </a:r>
            <a:endParaRPr lang="en-US" sz="3300" dirty="0"/>
          </a:p>
        </p:txBody>
      </p:sp>
      <p:grpSp>
        <p:nvGrpSpPr>
          <p:cNvPr id="14" name="Группа 13"/>
          <p:cNvGrpSpPr/>
          <p:nvPr/>
        </p:nvGrpSpPr>
        <p:grpSpPr>
          <a:xfrm>
            <a:off x="609600" y="1861932"/>
            <a:ext cx="7924800" cy="1647315"/>
            <a:chOff x="685800" y="3048000"/>
            <a:chExt cx="7924800" cy="1647315"/>
          </a:xfrm>
        </p:grpSpPr>
        <p:pic>
          <p:nvPicPr>
            <p:cNvPr id="8" name="Picture 4" descr="X:\WORK\Mellanox\Presentations\PMIx_SLURM\images\mellanox.jpg"/>
            <p:cNvPicPr>
              <a:picLocks noChangeAspect="1" noChangeArrowheads="1"/>
            </p:cNvPicPr>
            <p:nvPr/>
          </p:nvPicPr>
          <p:blipFill>
            <a:blip r:embed="rId2" cstate="print"/>
            <a:srcRect/>
            <a:stretch>
              <a:fillRect/>
            </a:stretch>
          </p:blipFill>
          <p:spPr bwMode="auto">
            <a:xfrm>
              <a:off x="3581400" y="3048000"/>
              <a:ext cx="2160000" cy="1647315"/>
            </a:xfrm>
            <a:prstGeom prst="rect">
              <a:avLst/>
            </a:prstGeom>
            <a:noFill/>
          </p:spPr>
        </p:pic>
        <p:pic>
          <p:nvPicPr>
            <p:cNvPr id="6" name="Picture 2" descr="X:\WORK\Mellanox\Presentations\PMIx_SLURM\images\intel.png"/>
            <p:cNvPicPr>
              <a:picLocks noChangeAspect="1" noChangeArrowheads="1"/>
            </p:cNvPicPr>
            <p:nvPr/>
          </p:nvPicPr>
          <p:blipFill>
            <a:blip r:embed="rId3" cstate="print"/>
            <a:srcRect/>
            <a:stretch>
              <a:fillRect/>
            </a:stretch>
          </p:blipFill>
          <p:spPr bwMode="auto">
            <a:xfrm>
              <a:off x="685800" y="3124200"/>
              <a:ext cx="2340000" cy="1542273"/>
            </a:xfrm>
            <a:prstGeom prst="rect">
              <a:avLst/>
            </a:prstGeom>
            <a:noFill/>
          </p:spPr>
        </p:pic>
        <p:pic>
          <p:nvPicPr>
            <p:cNvPr id="7" name="Picture 3" descr="X:\WORK\Mellanox\Presentations\PMIx_SLURM\images\ibm.png"/>
            <p:cNvPicPr>
              <a:picLocks noChangeAspect="1" noChangeArrowheads="1"/>
            </p:cNvPicPr>
            <p:nvPr/>
          </p:nvPicPr>
          <p:blipFill>
            <a:blip r:embed="rId4" cstate="print"/>
            <a:srcRect/>
            <a:stretch>
              <a:fillRect/>
            </a:stretch>
          </p:blipFill>
          <p:spPr bwMode="auto">
            <a:xfrm>
              <a:off x="6270600" y="3403657"/>
              <a:ext cx="2340000" cy="936000"/>
            </a:xfrm>
            <a:prstGeom prst="rect">
              <a:avLst/>
            </a:prstGeom>
            <a:noFill/>
          </p:spPr>
        </p:pic>
      </p:grpSp>
      <p:grpSp>
        <p:nvGrpSpPr>
          <p:cNvPr id="15" name="Группа 14"/>
          <p:cNvGrpSpPr/>
          <p:nvPr/>
        </p:nvGrpSpPr>
        <p:grpSpPr>
          <a:xfrm>
            <a:off x="3409488" y="3585448"/>
            <a:ext cx="4591512" cy="1066800"/>
            <a:chOff x="1066801" y="5029200"/>
            <a:chExt cx="6378599" cy="1482015"/>
          </a:xfrm>
        </p:grpSpPr>
        <p:pic>
          <p:nvPicPr>
            <p:cNvPr id="11" name="Picture 10" descr="Adaptive Computing 2013 (288x192).png"/>
            <p:cNvPicPr>
              <a:picLocks noChangeAspect="1"/>
            </p:cNvPicPr>
            <p:nvPr/>
          </p:nvPicPr>
          <p:blipFill>
            <a:blip r:embed="rId5">
              <a:alphaModFix/>
            </a:blip>
            <a:srcRect b="4999"/>
            <a:stretch>
              <a:fillRect/>
            </a:stretch>
          </p:blipFill>
          <p:spPr>
            <a:xfrm>
              <a:off x="5105400" y="5029200"/>
              <a:ext cx="2340000" cy="1482015"/>
            </a:xfrm>
            <a:prstGeom prst="rect">
              <a:avLst/>
            </a:prstGeom>
          </p:spPr>
        </p:pic>
        <p:pic>
          <p:nvPicPr>
            <p:cNvPr id="1026" name="Picture 2" descr="X:\WORK\Mellanox\Presentations\PMIx_SLUG_2015\images\schedmd.png"/>
            <p:cNvPicPr>
              <a:picLocks noChangeAspect="1" noChangeArrowheads="1"/>
            </p:cNvPicPr>
            <p:nvPr/>
          </p:nvPicPr>
          <p:blipFill>
            <a:blip r:embed="rId6"/>
            <a:srcRect/>
            <a:stretch>
              <a:fillRect/>
            </a:stretch>
          </p:blipFill>
          <p:spPr bwMode="auto">
            <a:xfrm>
              <a:off x="1066801" y="5562600"/>
              <a:ext cx="3200399" cy="733424"/>
            </a:xfrm>
            <a:prstGeom prst="rect">
              <a:avLst/>
            </a:prstGeom>
            <a:noFill/>
          </p:spPr>
        </p:pic>
      </p:grpSp>
      <p:pic>
        <p:nvPicPr>
          <p:cNvPr id="4" name="Picture 3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1012800" y="4079719"/>
            <a:ext cx="1422400" cy="381000"/>
          </a:xfrm>
          <a:prstGeom prst="rect">
            <a:avLst/>
          </a:prstGeom>
        </p:spPr>
      </p:pic>
      <p:pic>
        <p:nvPicPr>
          <p:cNvPr id="5" name="Picture 4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1143000" y="5040925"/>
            <a:ext cx="952500" cy="1117600"/>
          </a:xfrm>
          <a:prstGeom prst="rect">
            <a:avLst/>
          </a:prstGeom>
        </p:spPr>
      </p:pic>
      <p:pic>
        <p:nvPicPr>
          <p:cNvPr id="12" name="Picture 11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4001000" y="5294925"/>
            <a:ext cx="1168400" cy="609600"/>
          </a:xfrm>
          <a:prstGeom prst="rect">
            <a:avLst/>
          </a:prstGeom>
        </p:spPr>
      </p:pic>
      <p:pic>
        <p:nvPicPr>
          <p:cNvPr id="13" name="Picture 12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6458077" y="5061819"/>
            <a:ext cx="1803400" cy="901700"/>
          </a:xfrm>
          <a:prstGeom prst="rect">
            <a:avLst/>
          </a:prstGeom>
        </p:spPr>
      </p:pic>
      <p:sp>
        <p:nvSpPr>
          <p:cNvPr id="10" name="TextBox 9"/>
          <p:cNvSpPr txBox="1"/>
          <p:nvPr/>
        </p:nvSpPr>
        <p:spPr>
          <a:xfrm>
            <a:off x="2544623" y="5990024"/>
            <a:ext cx="4033476" cy="83099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dirty="0" smtClean="0">
                <a:solidFill>
                  <a:schemeClr val="bg2"/>
                </a:solidFill>
              </a:rPr>
              <a:t>https://pmix.github.io/master</a:t>
            </a:r>
          </a:p>
          <a:p>
            <a:pPr algn="ctr"/>
            <a:r>
              <a:rPr lang="en-US" dirty="0" smtClean="0"/>
              <a:t>https://</a:t>
            </a:r>
            <a:r>
              <a:rPr lang="en-US" dirty="0" err="1" smtClean="0"/>
              <a:t>github.com</a:t>
            </a:r>
            <a:r>
              <a:rPr lang="en-US" dirty="0" smtClean="0"/>
              <a:t>/</a:t>
            </a:r>
            <a:r>
              <a:rPr lang="en-US" dirty="0" err="1" smtClean="0"/>
              <a:t>pmix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086229867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0"/>
    </mc:Choice>
    <mc:Fallback>
      <p:transition/>
    </mc:Fallback>
  </mc:AlternateContent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What Is </a:t>
            </a:r>
            <a:r>
              <a:rPr lang="en-US" dirty="0" err="1" smtClean="0"/>
              <a:t>PMIx</a:t>
            </a:r>
            <a:r>
              <a:rPr lang="en-US" dirty="0" smtClean="0"/>
              <a:t>?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sz="2800" dirty="0" smtClean="0"/>
              <a:t>Standardized APIs</a:t>
            </a:r>
          </a:p>
          <a:p>
            <a:pPr lvl="1"/>
            <a:r>
              <a:rPr lang="en-US" sz="2400" dirty="0" smtClean="0"/>
              <a:t>Four header files (client, server, common, tool)</a:t>
            </a:r>
          </a:p>
          <a:p>
            <a:pPr lvl="1"/>
            <a:r>
              <a:rPr lang="en-US" sz="2400" dirty="0" smtClean="0"/>
              <a:t>Enable portability across environments</a:t>
            </a:r>
          </a:p>
          <a:p>
            <a:pPr lvl="1"/>
            <a:r>
              <a:rPr lang="en-US" sz="2400" dirty="0" smtClean="0"/>
              <a:t>Support interactions between applications and system management stack</a:t>
            </a:r>
          </a:p>
          <a:p>
            <a:r>
              <a:rPr lang="en-US" sz="2800" dirty="0" smtClean="0"/>
              <a:t>Convenience library</a:t>
            </a:r>
          </a:p>
          <a:p>
            <a:pPr lvl="1"/>
            <a:r>
              <a:rPr lang="en-US" sz="2400" dirty="0" smtClean="0"/>
              <a:t>Facilitate adoption</a:t>
            </a:r>
          </a:p>
          <a:p>
            <a:pPr lvl="1"/>
            <a:r>
              <a:rPr lang="en-US" sz="2400" dirty="0" smtClean="0"/>
              <a:t>Serves as validation platform for </a:t>
            </a:r>
            <a:r>
              <a:rPr lang="en-US" sz="2400" dirty="0" smtClean="0"/>
              <a:t>standard</a:t>
            </a:r>
          </a:p>
          <a:p>
            <a:pPr lvl="1"/>
            <a:r>
              <a:rPr lang="en-US" sz="2400" dirty="0" smtClean="0"/>
              <a:t>Plugin architecture to support proprietary plugins</a:t>
            </a:r>
            <a:endParaRPr lang="en-US" sz="2400" dirty="0" smtClean="0"/>
          </a:p>
          <a:p>
            <a:r>
              <a:rPr lang="en-US" sz="2800" dirty="0" smtClean="0"/>
              <a:t>Community</a:t>
            </a:r>
            <a:endParaRPr lang="en-US" sz="2800" dirty="0"/>
          </a:p>
        </p:txBody>
      </p:sp>
    </p:spTree>
    <p:extLst>
      <p:ext uri="{BB962C8B-B14F-4D97-AF65-F5344CB8AC3E}">
        <p14:creationId xmlns:p14="http://schemas.microsoft.com/office/powerpoint/2010/main" val="1668978347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0"/>
    </mc:Choice>
    <mc:Fallback>
      <p:transition/>
    </mc:Fallback>
  </mc:AlternateContent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Motivation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 err="1"/>
              <a:t>Exascale</a:t>
            </a:r>
            <a:r>
              <a:rPr lang="en-US" dirty="0"/>
              <a:t> launch times are a hot topic</a:t>
            </a:r>
          </a:p>
          <a:p>
            <a:pPr lvl="1"/>
            <a:r>
              <a:rPr lang="en-US" dirty="0"/>
              <a:t>Desire: reduce from many minutes to few seconds</a:t>
            </a:r>
          </a:p>
          <a:p>
            <a:pPr lvl="1"/>
            <a:r>
              <a:rPr lang="en-US" dirty="0"/>
              <a:t>Target: O(10</a:t>
            </a:r>
            <a:r>
              <a:rPr lang="en-US" baseline="30000" dirty="0"/>
              <a:t>6</a:t>
            </a:r>
            <a:r>
              <a:rPr lang="en-US" dirty="0"/>
              <a:t>) MPI processes on O(10</a:t>
            </a:r>
            <a:r>
              <a:rPr lang="en-US" baseline="30000" dirty="0"/>
              <a:t>5</a:t>
            </a:r>
            <a:r>
              <a:rPr lang="en-US" dirty="0"/>
              <a:t>) nodes thru </a:t>
            </a:r>
            <a:r>
              <a:rPr lang="en-US" dirty="0" err="1"/>
              <a:t>MPI_Init</a:t>
            </a:r>
            <a:r>
              <a:rPr lang="en-US" dirty="0"/>
              <a:t> in &lt; 30 seconds</a:t>
            </a:r>
          </a:p>
          <a:p>
            <a:r>
              <a:rPr lang="en-US" dirty="0" smtClean="0"/>
              <a:t>New programming models are emerging</a:t>
            </a:r>
          </a:p>
          <a:p>
            <a:pPr lvl="1"/>
            <a:r>
              <a:rPr lang="en-US" dirty="0" smtClean="0"/>
              <a:t>Driven by need to efficiently exploit scale vs. resource constraints</a:t>
            </a:r>
          </a:p>
          <a:p>
            <a:pPr lvl="1"/>
            <a:r>
              <a:rPr lang="en-US" dirty="0" smtClean="0"/>
              <a:t>Characterized by increased app-RM integration</a:t>
            </a:r>
          </a:p>
        </p:txBody>
      </p:sp>
    </p:spTree>
    <p:extLst>
      <p:ext uri="{BB962C8B-B14F-4D97-AF65-F5344CB8AC3E}">
        <p14:creationId xmlns:p14="http://schemas.microsoft.com/office/powerpoint/2010/main" val="311847043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0"/>
    </mc:Choice>
    <mc:Fallback>
      <p:transition/>
    </mc:Fallback>
  </mc:AlternateContent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Rounded Rectangle 28"/>
          <p:cNvSpPr/>
          <p:nvPr/>
        </p:nvSpPr>
        <p:spPr bwMode="auto">
          <a:xfrm>
            <a:off x="533400" y="2162229"/>
            <a:ext cx="3124200" cy="3761430"/>
          </a:xfrm>
          <a:prstGeom prst="roundRect">
            <a:avLst/>
          </a:prstGeom>
          <a:solidFill>
            <a:srgbClr val="FFFF00">
              <a:alpha val="39000"/>
            </a:srgbClr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sz="24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pitchFamily="-65" charset="0"/>
              <a:ea typeface="ＭＳ Ｐゴシック" pitchFamily="-65" charset="-128"/>
              <a:cs typeface="ＭＳ Ｐゴシック" pitchFamily="-65" charset="-128"/>
            </a:endParaRPr>
          </a:p>
        </p:txBody>
      </p:sp>
      <p:sp>
        <p:nvSpPr>
          <p:cNvPr id="4" name="Title 3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A Deal Is Struck</a:t>
            </a:r>
            <a:endParaRPr lang="en-US" dirty="0"/>
          </a:p>
        </p:txBody>
      </p:sp>
      <p:sp>
        <p:nvSpPr>
          <p:cNvPr id="5" name="Cloud 4"/>
          <p:cNvSpPr/>
          <p:nvPr/>
        </p:nvSpPr>
        <p:spPr bwMode="auto">
          <a:xfrm>
            <a:off x="649014" y="2286000"/>
            <a:ext cx="2822028" cy="1371600"/>
          </a:xfrm>
          <a:prstGeom prst="cloud">
            <a:avLst/>
          </a:prstGeom>
          <a:solidFill>
            <a:schemeClr val="accent1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sz="2400" b="0" i="0" u="none" strike="noStrike" cap="none" normalizeH="0" baseline="0" dirty="0" smtClean="0">
                <a:ln>
                  <a:noFill/>
                </a:ln>
                <a:solidFill>
                  <a:schemeClr val="bg1"/>
                </a:solidFill>
                <a:effectLst/>
                <a:latin typeface="Arial" pitchFamily="-65" charset="0"/>
                <a:ea typeface="ＭＳ Ｐゴシック" pitchFamily="-65" charset="-128"/>
                <a:cs typeface="ＭＳ Ｐゴシック" pitchFamily="-65" charset="-128"/>
              </a:rPr>
              <a:t>Launch</a:t>
            </a:r>
          </a:p>
          <a:p>
            <a:pPr marL="0" marR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lang="en-US" dirty="0" smtClean="0">
                <a:solidFill>
                  <a:schemeClr val="bg1"/>
                </a:solidFill>
                <a:latin typeface="Arial" pitchFamily="-65" charset="0"/>
                <a:ea typeface="ＭＳ Ｐゴシック" pitchFamily="-65" charset="-128"/>
                <a:cs typeface="ＭＳ Ｐゴシック" pitchFamily="-65" charset="-128"/>
              </a:rPr>
              <a:t>Scaling</a:t>
            </a:r>
            <a:endParaRPr kumimoji="0" lang="en-US" sz="2400" b="0" i="0" u="none" strike="noStrike" cap="none" normalizeH="0" baseline="0" dirty="0">
              <a:ln>
                <a:noFill/>
              </a:ln>
              <a:solidFill>
                <a:schemeClr val="bg1"/>
              </a:solidFill>
              <a:effectLst/>
              <a:latin typeface="Arial" pitchFamily="-65" charset="0"/>
              <a:ea typeface="ＭＳ Ｐゴシック" pitchFamily="-65" charset="-128"/>
              <a:cs typeface="ＭＳ Ｐゴシック" pitchFamily="-65" charset="-128"/>
            </a:endParaRPr>
          </a:p>
        </p:txBody>
      </p:sp>
      <p:sp>
        <p:nvSpPr>
          <p:cNvPr id="6" name="Cloud 5"/>
          <p:cNvSpPr/>
          <p:nvPr/>
        </p:nvSpPr>
        <p:spPr bwMode="auto">
          <a:xfrm>
            <a:off x="649014" y="4495800"/>
            <a:ext cx="2822028" cy="1371600"/>
          </a:xfrm>
          <a:prstGeom prst="cloud">
            <a:avLst/>
          </a:prstGeom>
          <a:solidFill>
            <a:srgbClr val="FF0000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sz="2400" b="0" i="0" u="none" strike="noStrike" cap="none" normalizeH="0" baseline="0" dirty="0" smtClean="0">
                <a:ln>
                  <a:noFill/>
                </a:ln>
                <a:solidFill>
                  <a:schemeClr val="bg1"/>
                </a:solidFill>
                <a:effectLst/>
                <a:latin typeface="Arial" pitchFamily="-65" charset="0"/>
                <a:ea typeface="ＭＳ Ｐゴシック" pitchFamily="-65" charset="-128"/>
                <a:cs typeface="ＭＳ Ｐゴシック" pitchFamily="-65" charset="-128"/>
              </a:rPr>
              <a:t>New</a:t>
            </a:r>
          </a:p>
          <a:p>
            <a:pPr marL="0" marR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lang="en-US" dirty="0" smtClean="0">
                <a:solidFill>
                  <a:schemeClr val="bg1"/>
                </a:solidFill>
                <a:latin typeface="Arial" pitchFamily="-65" charset="0"/>
                <a:ea typeface="ＭＳ Ｐゴシック" pitchFamily="-65" charset="-128"/>
                <a:cs typeface="ＭＳ Ｐゴシック" pitchFamily="-65" charset="-128"/>
              </a:rPr>
              <a:t>Models</a:t>
            </a:r>
            <a:endParaRPr kumimoji="0" lang="en-US" sz="2400" b="0" i="0" u="none" strike="noStrike" cap="none" normalizeH="0" baseline="0" dirty="0">
              <a:ln>
                <a:noFill/>
              </a:ln>
              <a:solidFill>
                <a:schemeClr val="bg1"/>
              </a:solidFill>
              <a:effectLst/>
              <a:latin typeface="Arial" pitchFamily="-65" charset="0"/>
              <a:ea typeface="ＭＳ Ｐゴシック" pitchFamily="-65" charset="-128"/>
              <a:cs typeface="ＭＳ Ｐゴシック" pitchFamily="-65" charset="-128"/>
            </a:endParaRPr>
          </a:p>
        </p:txBody>
      </p:sp>
      <p:grpSp>
        <p:nvGrpSpPr>
          <p:cNvPr id="9" name="Group 8"/>
          <p:cNvGrpSpPr/>
          <p:nvPr/>
        </p:nvGrpSpPr>
        <p:grpSpPr>
          <a:xfrm>
            <a:off x="5867400" y="3124200"/>
            <a:ext cx="1676400" cy="1676400"/>
            <a:chOff x="5334000" y="3124200"/>
            <a:chExt cx="1676400" cy="1676400"/>
          </a:xfrm>
          <a:solidFill>
            <a:srgbClr val="FFC000"/>
          </a:solidFill>
        </p:grpSpPr>
        <p:sp>
          <p:nvSpPr>
            <p:cNvPr id="7" name="Oval 6"/>
            <p:cNvSpPr/>
            <p:nvPr/>
          </p:nvSpPr>
          <p:spPr bwMode="auto">
            <a:xfrm>
              <a:off x="5334000" y="3124200"/>
              <a:ext cx="1676400" cy="1676400"/>
            </a:xfrm>
            <a:prstGeom prst="ellipse">
              <a:avLst/>
            </a:prstGeom>
            <a:grpFill/>
            <a:ln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marL="0" marR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endParaRPr kumimoji="0" 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itchFamily="-65" charset="0"/>
                <a:ea typeface="ＭＳ Ｐゴシック" pitchFamily="-65" charset="-128"/>
                <a:cs typeface="ＭＳ Ｐゴシック" pitchFamily="-65" charset="-128"/>
              </a:endParaRPr>
            </a:p>
          </p:txBody>
        </p:sp>
        <p:sp>
          <p:nvSpPr>
            <p:cNvPr id="8" name="TextBox 7"/>
            <p:cNvSpPr txBox="1"/>
            <p:nvPr/>
          </p:nvSpPr>
          <p:spPr>
            <a:xfrm>
              <a:off x="5840218" y="3731568"/>
              <a:ext cx="663964" cy="461665"/>
            </a:xfrm>
            <a:prstGeom prst="rect">
              <a:avLst/>
            </a:prstGeom>
            <a:grpFill/>
          </p:spPr>
          <p:txBody>
            <a:bodyPr wrap="none" rtlCol="0">
              <a:spAutoFit/>
            </a:bodyPr>
            <a:lstStyle/>
            <a:p>
              <a:r>
                <a:rPr lang="en-US" dirty="0" smtClean="0"/>
                <a:t>RM</a:t>
              </a:r>
              <a:endParaRPr lang="en-US" dirty="0"/>
            </a:p>
          </p:txBody>
        </p:sp>
      </p:grpSp>
      <p:sp>
        <p:nvSpPr>
          <p:cNvPr id="10" name="Rounded Rectangle 9"/>
          <p:cNvSpPr/>
          <p:nvPr/>
        </p:nvSpPr>
        <p:spPr bwMode="auto">
          <a:xfrm>
            <a:off x="3957145" y="3731567"/>
            <a:ext cx="990600" cy="607367"/>
          </a:xfrm>
          <a:prstGeom prst="roundRect">
            <a:avLst/>
          </a:prstGeom>
          <a:solidFill>
            <a:srgbClr val="00B050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sz="2400" b="0" i="0" u="none" strike="noStrike" cap="none" normalizeH="0" baseline="0" smtClean="0">
                <a:ln>
                  <a:noFill/>
                </a:ln>
                <a:solidFill>
                  <a:schemeClr val="bg1"/>
                </a:solidFill>
                <a:effectLst/>
                <a:latin typeface="Arial" pitchFamily="-65" charset="0"/>
                <a:ea typeface="ＭＳ Ｐゴシック" pitchFamily="-65" charset="-128"/>
                <a:cs typeface="ＭＳ Ｐゴシック" pitchFamily="-65" charset="-128"/>
              </a:rPr>
              <a:t>PMIx</a:t>
            </a:r>
            <a:endParaRPr kumimoji="0" lang="en-US" sz="2400" b="0" i="0" u="none" strike="noStrike" cap="none" normalizeH="0" baseline="0">
              <a:ln>
                <a:noFill/>
              </a:ln>
              <a:solidFill>
                <a:schemeClr val="bg1"/>
              </a:solidFill>
              <a:effectLst/>
              <a:latin typeface="Arial" pitchFamily="-65" charset="0"/>
              <a:ea typeface="ＭＳ Ｐゴシック" pitchFamily="-65" charset="-128"/>
              <a:cs typeface="ＭＳ Ｐゴシック" pitchFamily="-65" charset="-128"/>
            </a:endParaRPr>
          </a:p>
        </p:txBody>
      </p:sp>
      <p:sp>
        <p:nvSpPr>
          <p:cNvPr id="11" name="Left-Right Arrow 10"/>
          <p:cNvSpPr/>
          <p:nvPr/>
        </p:nvSpPr>
        <p:spPr bwMode="auto">
          <a:xfrm rot="1761325">
            <a:off x="3293222" y="3327907"/>
            <a:ext cx="609600" cy="302567"/>
          </a:xfrm>
          <a:prstGeom prst="leftRightArrow">
            <a:avLst/>
          </a:prstGeom>
          <a:solidFill>
            <a:schemeClr val="accent1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sz="24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pitchFamily="-65" charset="0"/>
              <a:ea typeface="ＭＳ Ｐゴシック" pitchFamily="-65" charset="-128"/>
              <a:cs typeface="ＭＳ Ｐゴシック" pitchFamily="-65" charset="-128"/>
            </a:endParaRPr>
          </a:p>
        </p:txBody>
      </p:sp>
      <p:sp>
        <p:nvSpPr>
          <p:cNvPr id="13" name="Left-Right Arrow 12"/>
          <p:cNvSpPr/>
          <p:nvPr/>
        </p:nvSpPr>
        <p:spPr bwMode="auto">
          <a:xfrm rot="19331164">
            <a:off x="3381546" y="4403363"/>
            <a:ext cx="609600" cy="302567"/>
          </a:xfrm>
          <a:prstGeom prst="leftRightArrow">
            <a:avLst/>
          </a:prstGeom>
          <a:solidFill>
            <a:schemeClr val="accent1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sz="24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pitchFamily="-65" charset="0"/>
              <a:ea typeface="ＭＳ Ｐゴシック" pitchFamily="-65" charset="-128"/>
              <a:cs typeface="ＭＳ Ｐゴシック" pitchFamily="-65" charset="-128"/>
            </a:endParaRPr>
          </a:p>
        </p:txBody>
      </p:sp>
      <p:sp>
        <p:nvSpPr>
          <p:cNvPr id="14" name="TextBox 13"/>
          <p:cNvSpPr txBox="1"/>
          <p:nvPr/>
        </p:nvSpPr>
        <p:spPr>
          <a:xfrm>
            <a:off x="2965499" y="1700564"/>
            <a:ext cx="3379451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 smtClean="0">
                <a:solidFill>
                  <a:srgbClr val="FF0000"/>
                </a:solidFill>
                <a:latin typeface="Lucida Calligraphy" charset="0"/>
                <a:ea typeface="Lucida Calligraphy" charset="0"/>
                <a:cs typeface="Lucida Calligraphy" charset="0"/>
              </a:rPr>
              <a:t>Instant On </a:t>
            </a:r>
            <a:r>
              <a:rPr lang="en-US" smtClean="0">
                <a:solidFill>
                  <a:srgbClr val="FF0000"/>
                </a:solidFill>
                <a:latin typeface="Lucida Calligraphy" charset="0"/>
                <a:ea typeface="Lucida Calligraphy" charset="0"/>
                <a:cs typeface="Lucida Calligraphy" charset="0"/>
                <a:sym typeface="Wingdings"/>
              </a:rPr>
              <a:t> Scope</a:t>
            </a:r>
            <a:endParaRPr lang="en-US">
              <a:solidFill>
                <a:srgbClr val="FF0000"/>
              </a:solidFill>
              <a:latin typeface="Lucida Calligraphy" charset="0"/>
              <a:ea typeface="Lucida Calligraphy" charset="0"/>
              <a:cs typeface="Lucida Calligraphy" charset="0"/>
            </a:endParaRPr>
          </a:p>
        </p:txBody>
      </p:sp>
      <p:sp>
        <p:nvSpPr>
          <p:cNvPr id="15" name="TextBox 14"/>
          <p:cNvSpPr txBox="1"/>
          <p:nvPr/>
        </p:nvSpPr>
        <p:spPr>
          <a:xfrm>
            <a:off x="1600200" y="5923659"/>
            <a:ext cx="5617779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 smtClean="0"/>
              <a:t>Easier to add another callback than to support an </a:t>
            </a:r>
            <a:r>
              <a:rPr lang="en-US" smtClean="0"/>
              <a:t>additional library/community</a:t>
            </a:r>
            <a:endParaRPr lang="en-US"/>
          </a:p>
        </p:txBody>
      </p:sp>
      <p:sp>
        <p:nvSpPr>
          <p:cNvPr id="16" name="Oval 15"/>
          <p:cNvSpPr/>
          <p:nvPr/>
        </p:nvSpPr>
        <p:spPr bwMode="auto">
          <a:xfrm>
            <a:off x="7255081" y="3657600"/>
            <a:ext cx="288719" cy="618797"/>
          </a:xfrm>
          <a:prstGeom prst="ellipse">
            <a:avLst/>
          </a:prstGeom>
          <a:solidFill>
            <a:srgbClr val="00B050">
              <a:alpha val="41000"/>
            </a:srgbClr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sz="24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pitchFamily="-65" charset="0"/>
              <a:ea typeface="ＭＳ Ｐゴシック" pitchFamily="-65" charset="-128"/>
              <a:cs typeface="ＭＳ Ｐゴシック" pitchFamily="-65" charset="-128"/>
            </a:endParaRPr>
          </a:p>
        </p:txBody>
      </p:sp>
      <p:sp>
        <p:nvSpPr>
          <p:cNvPr id="18" name="Can 17"/>
          <p:cNvSpPr/>
          <p:nvPr/>
        </p:nvSpPr>
        <p:spPr bwMode="auto">
          <a:xfrm>
            <a:off x="8103383" y="2606566"/>
            <a:ext cx="643759" cy="509752"/>
          </a:xfrm>
          <a:prstGeom prst="can">
            <a:avLst/>
          </a:prstGeom>
          <a:solidFill>
            <a:schemeClr val="accent1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sz="1600" b="0" i="0" u="none" strike="noStrike" cap="none" normalizeH="0" baseline="0" dirty="0" smtClean="0">
                <a:ln>
                  <a:noFill/>
                </a:ln>
                <a:solidFill>
                  <a:schemeClr val="bg1"/>
                </a:solidFill>
                <a:effectLst/>
                <a:latin typeface="Arial" pitchFamily="-65" charset="0"/>
                <a:ea typeface="ＭＳ Ｐゴシック" pitchFamily="-65" charset="-128"/>
                <a:cs typeface="ＭＳ Ｐゴシック" pitchFamily="-65" charset="-128"/>
              </a:rPr>
              <a:t>FS</a:t>
            </a:r>
            <a:endParaRPr kumimoji="0" lang="en-US" sz="1600" b="0" i="0" u="none" strike="noStrike" cap="none" normalizeH="0" baseline="0" dirty="0">
              <a:ln>
                <a:noFill/>
              </a:ln>
              <a:solidFill>
                <a:schemeClr val="bg1"/>
              </a:solidFill>
              <a:effectLst/>
              <a:latin typeface="Arial" pitchFamily="-65" charset="0"/>
              <a:ea typeface="ＭＳ Ｐゴシック" pitchFamily="-65" charset="-128"/>
              <a:cs typeface="ＭＳ Ｐゴシック" pitchFamily="-65" charset="-128"/>
            </a:endParaRPr>
          </a:p>
        </p:txBody>
      </p:sp>
      <p:sp>
        <p:nvSpPr>
          <p:cNvPr id="19" name="Rounded Rectangle 18"/>
          <p:cNvSpPr/>
          <p:nvPr/>
        </p:nvSpPr>
        <p:spPr bwMode="auto">
          <a:xfrm>
            <a:off x="7998122" y="3570496"/>
            <a:ext cx="854281" cy="331470"/>
          </a:xfrm>
          <a:prstGeom prst="roundRect">
            <a:avLst/>
          </a:prstGeom>
          <a:solidFill>
            <a:schemeClr val="accent1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sz="1600" b="0" i="0" u="none" strike="noStrike" cap="none" normalizeH="0" baseline="0" smtClean="0">
                <a:ln>
                  <a:noFill/>
                </a:ln>
                <a:solidFill>
                  <a:schemeClr val="bg1"/>
                </a:solidFill>
                <a:effectLst/>
                <a:latin typeface="Arial" pitchFamily="-65" charset="0"/>
                <a:ea typeface="ＭＳ Ｐゴシック" pitchFamily="-65" charset="-128"/>
                <a:cs typeface="ＭＳ Ｐゴシック" pitchFamily="-65" charset="-128"/>
              </a:rPr>
              <a:t>Fabric</a:t>
            </a:r>
            <a:endParaRPr kumimoji="0" lang="en-US" sz="1600" b="0" i="0" u="none" strike="noStrike" cap="none" normalizeH="0" baseline="0">
              <a:ln>
                <a:noFill/>
              </a:ln>
              <a:solidFill>
                <a:schemeClr val="bg1"/>
              </a:solidFill>
              <a:effectLst/>
              <a:latin typeface="Arial" pitchFamily="-65" charset="0"/>
              <a:ea typeface="ＭＳ Ｐゴシック" pitchFamily="-65" charset="-128"/>
              <a:cs typeface="ＭＳ Ｐゴシック" pitchFamily="-65" charset="-128"/>
            </a:endParaRPr>
          </a:p>
        </p:txBody>
      </p:sp>
      <p:grpSp>
        <p:nvGrpSpPr>
          <p:cNvPr id="26" name="Group 25"/>
          <p:cNvGrpSpPr/>
          <p:nvPr/>
        </p:nvGrpSpPr>
        <p:grpSpPr>
          <a:xfrm>
            <a:off x="8374843" y="4158480"/>
            <a:ext cx="100838" cy="409951"/>
            <a:chOff x="8364918" y="3861562"/>
            <a:chExt cx="100838" cy="409951"/>
          </a:xfrm>
        </p:grpSpPr>
        <p:sp>
          <p:nvSpPr>
            <p:cNvPr id="20" name="Oval 19"/>
            <p:cNvSpPr/>
            <p:nvPr/>
          </p:nvSpPr>
          <p:spPr bwMode="auto">
            <a:xfrm>
              <a:off x="8364918" y="3861562"/>
              <a:ext cx="100838" cy="100838"/>
            </a:xfrm>
            <a:prstGeom prst="ellipse">
              <a:avLst/>
            </a:prstGeom>
            <a:solidFill>
              <a:schemeClr val="accent1"/>
            </a:solidFill>
            <a:ln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marL="0" marR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endParaRPr kumimoji="0" lang="en-US" sz="24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itchFamily="-65" charset="0"/>
                <a:ea typeface="ＭＳ Ｐゴシック" pitchFamily="-65" charset="-128"/>
                <a:cs typeface="ＭＳ Ｐゴシック" pitchFamily="-65" charset="-128"/>
              </a:endParaRPr>
            </a:p>
          </p:txBody>
        </p:sp>
        <p:sp>
          <p:nvSpPr>
            <p:cNvPr id="21" name="Oval 20"/>
            <p:cNvSpPr/>
            <p:nvPr/>
          </p:nvSpPr>
          <p:spPr bwMode="auto">
            <a:xfrm>
              <a:off x="8364918" y="4013962"/>
              <a:ext cx="100838" cy="100838"/>
            </a:xfrm>
            <a:prstGeom prst="ellipse">
              <a:avLst/>
            </a:prstGeom>
            <a:solidFill>
              <a:schemeClr val="accent1"/>
            </a:solidFill>
            <a:ln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marL="0" marR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endParaRPr kumimoji="0" lang="en-US" sz="24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itchFamily="-65" charset="0"/>
                <a:ea typeface="ＭＳ Ｐゴシック" pitchFamily="-65" charset="-128"/>
                <a:cs typeface="ＭＳ Ｐゴシック" pitchFamily="-65" charset="-128"/>
              </a:endParaRPr>
            </a:p>
          </p:txBody>
        </p:sp>
        <p:sp>
          <p:nvSpPr>
            <p:cNvPr id="25" name="Oval 24"/>
            <p:cNvSpPr/>
            <p:nvPr/>
          </p:nvSpPr>
          <p:spPr bwMode="auto">
            <a:xfrm>
              <a:off x="8364918" y="4170675"/>
              <a:ext cx="100838" cy="100838"/>
            </a:xfrm>
            <a:prstGeom prst="ellipse">
              <a:avLst/>
            </a:prstGeom>
            <a:solidFill>
              <a:schemeClr val="accent1"/>
            </a:solidFill>
            <a:ln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marL="0" marR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endParaRPr kumimoji="0" lang="en-US" sz="24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itchFamily="-65" charset="0"/>
                <a:ea typeface="ＭＳ Ｐゴシック" pitchFamily="-65" charset="-128"/>
                <a:cs typeface="ＭＳ Ｐゴシック" pitchFamily="-65" charset="-128"/>
              </a:endParaRPr>
            </a:p>
          </p:txBody>
        </p:sp>
      </p:grpSp>
      <p:sp>
        <p:nvSpPr>
          <p:cNvPr id="27" name="Rounded Rectangle 26"/>
          <p:cNvSpPr/>
          <p:nvPr/>
        </p:nvSpPr>
        <p:spPr bwMode="auto">
          <a:xfrm>
            <a:off x="7998122" y="4826482"/>
            <a:ext cx="854281" cy="331470"/>
          </a:xfrm>
          <a:prstGeom prst="roundRect">
            <a:avLst/>
          </a:prstGeom>
          <a:solidFill>
            <a:schemeClr val="accent1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sz="1600" b="0" i="0" u="none" strike="noStrike" cap="none" normalizeH="0" baseline="0" dirty="0" smtClean="0">
                <a:ln>
                  <a:noFill/>
                </a:ln>
                <a:solidFill>
                  <a:schemeClr val="bg1"/>
                </a:solidFill>
                <a:effectLst/>
                <a:latin typeface="Arial" pitchFamily="-65" charset="0"/>
                <a:ea typeface="ＭＳ Ｐゴシック" pitchFamily="-65" charset="-128"/>
                <a:cs typeface="ＭＳ Ｐゴシック" pitchFamily="-65" charset="-128"/>
              </a:rPr>
              <a:t>RAS</a:t>
            </a:r>
            <a:endParaRPr kumimoji="0" lang="en-US" sz="1600" b="0" i="0" u="none" strike="noStrike" cap="none" normalizeH="0" baseline="0" dirty="0">
              <a:ln>
                <a:noFill/>
              </a:ln>
              <a:solidFill>
                <a:schemeClr val="bg1"/>
              </a:solidFill>
              <a:effectLst/>
              <a:latin typeface="Arial" pitchFamily="-65" charset="0"/>
              <a:ea typeface="ＭＳ Ｐゴシック" pitchFamily="-65" charset="-128"/>
              <a:cs typeface="ＭＳ Ｐゴシック" pitchFamily="-65" charset="-128"/>
            </a:endParaRPr>
          </a:p>
        </p:txBody>
      </p:sp>
      <p:sp>
        <p:nvSpPr>
          <p:cNvPr id="28" name="Left Brace 27"/>
          <p:cNvSpPr/>
          <p:nvPr/>
        </p:nvSpPr>
        <p:spPr bwMode="auto">
          <a:xfrm>
            <a:off x="7543800" y="2514600"/>
            <a:ext cx="454322" cy="2895600"/>
          </a:xfrm>
          <a:prstGeom prst="leftBrace">
            <a:avLst/>
          </a:prstGeom>
          <a:noFill/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sz="24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pitchFamily="-65" charset="0"/>
              <a:ea typeface="ＭＳ Ｐゴシック" pitchFamily="-65" charset="-128"/>
              <a:cs typeface="ＭＳ Ｐゴシック" pitchFamily="-65" charset="-128"/>
            </a:endParaRPr>
          </a:p>
        </p:txBody>
      </p:sp>
      <p:sp>
        <p:nvSpPr>
          <p:cNvPr id="30" name="TextBox 29"/>
          <p:cNvSpPr txBox="1"/>
          <p:nvPr/>
        </p:nvSpPr>
        <p:spPr>
          <a:xfrm>
            <a:off x="1695390" y="3749097"/>
            <a:ext cx="800219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mtClean="0"/>
              <a:t>APP</a:t>
            </a:r>
            <a:endParaRPr lang="en-US"/>
          </a:p>
        </p:txBody>
      </p:sp>
      <p:sp>
        <p:nvSpPr>
          <p:cNvPr id="2" name="TextBox 1"/>
          <p:cNvSpPr txBox="1"/>
          <p:nvPr/>
        </p:nvSpPr>
        <p:spPr>
          <a:xfrm>
            <a:off x="4483912" y="2971987"/>
            <a:ext cx="1798890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sz="1600" dirty="0" smtClean="0">
                <a:solidFill>
                  <a:srgbClr val="FF0000"/>
                </a:solidFill>
                <a:latin typeface="Lucida Handwriting" charset="0"/>
                <a:ea typeface="Lucida Handwriting" charset="0"/>
                <a:cs typeface="Lucida Handwriting" charset="0"/>
              </a:rPr>
              <a:t>Orchestration</a:t>
            </a:r>
          </a:p>
          <a:p>
            <a:pPr algn="ctr"/>
            <a:r>
              <a:rPr lang="en-US" sz="1600" dirty="0" smtClean="0">
                <a:solidFill>
                  <a:srgbClr val="FF0000"/>
                </a:solidFill>
                <a:latin typeface="Lucida Handwriting" charset="0"/>
                <a:ea typeface="Lucida Handwriting" charset="0"/>
                <a:cs typeface="Lucida Handwriting" charset="0"/>
              </a:rPr>
              <a:t>Requests</a:t>
            </a:r>
            <a:endParaRPr lang="en-US" sz="1600" dirty="0">
              <a:solidFill>
                <a:srgbClr val="FF0000"/>
              </a:solidFill>
              <a:latin typeface="Lucida Handwriting" charset="0"/>
              <a:ea typeface="Lucida Handwriting" charset="0"/>
              <a:cs typeface="Lucida Handwriting" charset="0"/>
            </a:endParaRPr>
          </a:p>
        </p:txBody>
      </p:sp>
      <p:sp>
        <p:nvSpPr>
          <p:cNvPr id="3" name="TextBox 2"/>
          <p:cNvSpPr txBox="1"/>
          <p:nvPr/>
        </p:nvSpPr>
        <p:spPr>
          <a:xfrm>
            <a:off x="4781516" y="4344462"/>
            <a:ext cx="1282723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600" smtClean="0">
                <a:solidFill>
                  <a:srgbClr val="FF0000"/>
                </a:solidFill>
                <a:latin typeface="Lucida Handwriting" charset="0"/>
                <a:ea typeface="Lucida Handwriting" charset="0"/>
                <a:cs typeface="Lucida Handwriting" charset="0"/>
              </a:rPr>
              <a:t>Responses</a:t>
            </a:r>
            <a:endParaRPr lang="en-US" sz="1600">
              <a:solidFill>
                <a:srgbClr val="FF0000"/>
              </a:solidFill>
              <a:latin typeface="Lucida Handwriting" charset="0"/>
              <a:ea typeface="Lucida Handwriting" charset="0"/>
              <a:cs typeface="Lucida Handwriting" charset="0"/>
            </a:endParaRPr>
          </a:p>
        </p:txBody>
      </p:sp>
      <p:sp>
        <p:nvSpPr>
          <p:cNvPr id="17" name="Left Arrow 16"/>
          <p:cNvSpPr/>
          <p:nvPr/>
        </p:nvSpPr>
        <p:spPr bwMode="auto">
          <a:xfrm flipH="1">
            <a:off x="5088835" y="3657600"/>
            <a:ext cx="616226" cy="244366"/>
          </a:xfrm>
          <a:prstGeom prst="leftArrow">
            <a:avLst/>
          </a:prstGeom>
          <a:solidFill>
            <a:schemeClr val="accent1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sz="24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pitchFamily="-65" charset="0"/>
              <a:ea typeface="ＭＳ Ｐゴシック" pitchFamily="-65" charset="-128"/>
              <a:cs typeface="ＭＳ Ｐゴシック" pitchFamily="-65" charset="-128"/>
            </a:endParaRPr>
          </a:p>
        </p:txBody>
      </p:sp>
      <p:sp>
        <p:nvSpPr>
          <p:cNvPr id="31" name="Left Arrow 30"/>
          <p:cNvSpPr/>
          <p:nvPr/>
        </p:nvSpPr>
        <p:spPr bwMode="auto">
          <a:xfrm>
            <a:off x="5092639" y="3989842"/>
            <a:ext cx="616226" cy="244366"/>
          </a:xfrm>
          <a:prstGeom prst="leftArrow">
            <a:avLst/>
          </a:prstGeom>
          <a:solidFill>
            <a:schemeClr val="accent1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sz="24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pitchFamily="-65" charset="0"/>
              <a:ea typeface="ＭＳ Ｐゴシック" pitchFamily="-65" charset="-128"/>
              <a:cs typeface="ＭＳ Ｐゴシック" pitchFamily="-65" charset="-128"/>
            </a:endParaRPr>
          </a:p>
        </p:txBody>
      </p:sp>
    </p:spTree>
    <p:extLst>
      <p:ext uri="{BB962C8B-B14F-4D97-AF65-F5344CB8AC3E}">
        <p14:creationId xmlns:p14="http://schemas.microsoft.com/office/powerpoint/2010/main" val="233281951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0"/>
    </mc:Choice>
    <mc:Fallback>
      <p:transition/>
    </mc:Fallback>
  </mc:AlternateContent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Rounded Rectangle 28"/>
          <p:cNvSpPr/>
          <p:nvPr/>
        </p:nvSpPr>
        <p:spPr bwMode="auto">
          <a:xfrm>
            <a:off x="533400" y="2162229"/>
            <a:ext cx="3124200" cy="3761430"/>
          </a:xfrm>
          <a:prstGeom prst="roundRect">
            <a:avLst/>
          </a:prstGeom>
          <a:solidFill>
            <a:srgbClr val="FFFF00">
              <a:alpha val="39000"/>
            </a:srgbClr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sz="24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pitchFamily="-65" charset="0"/>
              <a:ea typeface="ＭＳ Ｐゴシック" pitchFamily="-65" charset="-128"/>
              <a:cs typeface="ＭＳ Ｐゴシック" pitchFamily="-65" charset="-128"/>
            </a:endParaRPr>
          </a:p>
        </p:txBody>
      </p:sp>
      <p:sp>
        <p:nvSpPr>
          <p:cNvPr id="4" name="Title 3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A Deal Is Struck</a:t>
            </a:r>
            <a:endParaRPr lang="en-US" dirty="0"/>
          </a:p>
        </p:txBody>
      </p:sp>
      <p:sp>
        <p:nvSpPr>
          <p:cNvPr id="5" name="Cloud 4"/>
          <p:cNvSpPr/>
          <p:nvPr/>
        </p:nvSpPr>
        <p:spPr bwMode="auto">
          <a:xfrm>
            <a:off x="649014" y="2286000"/>
            <a:ext cx="2822028" cy="1371600"/>
          </a:xfrm>
          <a:prstGeom prst="cloud">
            <a:avLst/>
          </a:prstGeom>
          <a:solidFill>
            <a:schemeClr val="accent1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sz="2400" b="0" i="0" u="none" strike="noStrike" cap="none" normalizeH="0" baseline="0" dirty="0" smtClean="0">
                <a:ln>
                  <a:noFill/>
                </a:ln>
                <a:solidFill>
                  <a:schemeClr val="bg1"/>
                </a:solidFill>
                <a:effectLst/>
                <a:latin typeface="Arial" pitchFamily="-65" charset="0"/>
                <a:ea typeface="ＭＳ Ｐゴシック" pitchFamily="-65" charset="-128"/>
                <a:cs typeface="ＭＳ Ｐゴシック" pitchFamily="-65" charset="-128"/>
              </a:rPr>
              <a:t>Launch</a:t>
            </a:r>
          </a:p>
          <a:p>
            <a:pPr marL="0" marR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lang="en-US" dirty="0" smtClean="0">
                <a:solidFill>
                  <a:schemeClr val="bg1"/>
                </a:solidFill>
                <a:latin typeface="Arial" pitchFamily="-65" charset="0"/>
                <a:ea typeface="ＭＳ Ｐゴシック" pitchFamily="-65" charset="-128"/>
                <a:cs typeface="ＭＳ Ｐゴシック" pitchFamily="-65" charset="-128"/>
              </a:rPr>
              <a:t>Scaling</a:t>
            </a:r>
            <a:endParaRPr kumimoji="0" lang="en-US" sz="2400" b="0" i="0" u="none" strike="noStrike" cap="none" normalizeH="0" baseline="0" dirty="0">
              <a:ln>
                <a:noFill/>
              </a:ln>
              <a:solidFill>
                <a:schemeClr val="bg1"/>
              </a:solidFill>
              <a:effectLst/>
              <a:latin typeface="Arial" pitchFamily="-65" charset="0"/>
              <a:ea typeface="ＭＳ Ｐゴシック" pitchFamily="-65" charset="-128"/>
              <a:cs typeface="ＭＳ Ｐゴシック" pitchFamily="-65" charset="-128"/>
            </a:endParaRPr>
          </a:p>
        </p:txBody>
      </p:sp>
      <p:sp>
        <p:nvSpPr>
          <p:cNvPr id="6" name="Cloud 5"/>
          <p:cNvSpPr/>
          <p:nvPr/>
        </p:nvSpPr>
        <p:spPr bwMode="auto">
          <a:xfrm>
            <a:off x="649014" y="4495800"/>
            <a:ext cx="2822028" cy="1371600"/>
          </a:xfrm>
          <a:prstGeom prst="cloud">
            <a:avLst/>
          </a:prstGeom>
          <a:solidFill>
            <a:srgbClr val="FF0000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sz="2400" b="0" i="0" u="none" strike="noStrike" cap="none" normalizeH="0" baseline="0" dirty="0" smtClean="0">
                <a:ln>
                  <a:noFill/>
                </a:ln>
                <a:solidFill>
                  <a:schemeClr val="bg1"/>
                </a:solidFill>
                <a:effectLst/>
                <a:latin typeface="Arial" pitchFamily="-65" charset="0"/>
                <a:ea typeface="ＭＳ Ｐゴシック" pitchFamily="-65" charset="-128"/>
                <a:cs typeface="ＭＳ Ｐゴシック" pitchFamily="-65" charset="-128"/>
              </a:rPr>
              <a:t>New</a:t>
            </a:r>
          </a:p>
          <a:p>
            <a:pPr marL="0" marR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lang="en-US" dirty="0" smtClean="0">
                <a:solidFill>
                  <a:schemeClr val="bg1"/>
                </a:solidFill>
                <a:latin typeface="Arial" pitchFamily="-65" charset="0"/>
                <a:ea typeface="ＭＳ Ｐゴシック" pitchFamily="-65" charset="-128"/>
                <a:cs typeface="ＭＳ Ｐゴシック" pitchFamily="-65" charset="-128"/>
              </a:rPr>
              <a:t>Models</a:t>
            </a:r>
            <a:endParaRPr kumimoji="0" lang="en-US" sz="2400" b="0" i="0" u="none" strike="noStrike" cap="none" normalizeH="0" baseline="0" dirty="0">
              <a:ln>
                <a:noFill/>
              </a:ln>
              <a:solidFill>
                <a:schemeClr val="bg1"/>
              </a:solidFill>
              <a:effectLst/>
              <a:latin typeface="Arial" pitchFamily="-65" charset="0"/>
              <a:ea typeface="ＭＳ Ｐゴシック" pitchFamily="-65" charset="-128"/>
              <a:cs typeface="ＭＳ Ｐゴシック" pitchFamily="-65" charset="-128"/>
            </a:endParaRPr>
          </a:p>
        </p:txBody>
      </p:sp>
      <p:grpSp>
        <p:nvGrpSpPr>
          <p:cNvPr id="9" name="Group 8"/>
          <p:cNvGrpSpPr/>
          <p:nvPr/>
        </p:nvGrpSpPr>
        <p:grpSpPr>
          <a:xfrm>
            <a:off x="5867400" y="3124200"/>
            <a:ext cx="1676400" cy="1676400"/>
            <a:chOff x="5334000" y="3124200"/>
            <a:chExt cx="1676400" cy="1676400"/>
          </a:xfrm>
          <a:solidFill>
            <a:srgbClr val="FFC000"/>
          </a:solidFill>
        </p:grpSpPr>
        <p:sp>
          <p:nvSpPr>
            <p:cNvPr id="7" name="Oval 6"/>
            <p:cNvSpPr/>
            <p:nvPr/>
          </p:nvSpPr>
          <p:spPr bwMode="auto">
            <a:xfrm>
              <a:off x="5334000" y="3124200"/>
              <a:ext cx="1676400" cy="1676400"/>
            </a:xfrm>
            <a:prstGeom prst="ellipse">
              <a:avLst/>
            </a:prstGeom>
            <a:grpFill/>
            <a:ln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marL="0" marR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endParaRPr kumimoji="0" 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itchFamily="-65" charset="0"/>
                <a:ea typeface="ＭＳ Ｐゴシック" pitchFamily="-65" charset="-128"/>
                <a:cs typeface="ＭＳ Ｐゴシック" pitchFamily="-65" charset="-128"/>
              </a:endParaRPr>
            </a:p>
          </p:txBody>
        </p:sp>
        <p:sp>
          <p:nvSpPr>
            <p:cNvPr id="8" name="TextBox 7"/>
            <p:cNvSpPr txBox="1"/>
            <p:nvPr/>
          </p:nvSpPr>
          <p:spPr>
            <a:xfrm>
              <a:off x="5840218" y="3731568"/>
              <a:ext cx="663964" cy="461665"/>
            </a:xfrm>
            <a:prstGeom prst="rect">
              <a:avLst/>
            </a:prstGeom>
            <a:grpFill/>
          </p:spPr>
          <p:txBody>
            <a:bodyPr wrap="none" rtlCol="0">
              <a:spAutoFit/>
            </a:bodyPr>
            <a:lstStyle/>
            <a:p>
              <a:r>
                <a:rPr lang="en-US" dirty="0" smtClean="0"/>
                <a:t>RM</a:t>
              </a:r>
              <a:endParaRPr lang="en-US" dirty="0"/>
            </a:p>
          </p:txBody>
        </p:sp>
      </p:grpSp>
      <p:sp>
        <p:nvSpPr>
          <p:cNvPr id="10" name="Rounded Rectangle 9"/>
          <p:cNvSpPr/>
          <p:nvPr/>
        </p:nvSpPr>
        <p:spPr bwMode="auto">
          <a:xfrm>
            <a:off x="3957145" y="3731567"/>
            <a:ext cx="990600" cy="607367"/>
          </a:xfrm>
          <a:prstGeom prst="roundRect">
            <a:avLst/>
          </a:prstGeom>
          <a:solidFill>
            <a:srgbClr val="00B050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sz="2400" b="0" i="0" u="none" strike="noStrike" cap="none" normalizeH="0" baseline="0" smtClean="0">
                <a:ln>
                  <a:noFill/>
                </a:ln>
                <a:solidFill>
                  <a:schemeClr val="bg1"/>
                </a:solidFill>
                <a:effectLst/>
                <a:latin typeface="Arial" pitchFamily="-65" charset="0"/>
                <a:ea typeface="ＭＳ Ｐゴシック" pitchFamily="-65" charset="-128"/>
                <a:cs typeface="ＭＳ Ｐゴシック" pitchFamily="-65" charset="-128"/>
              </a:rPr>
              <a:t>PMIx</a:t>
            </a:r>
            <a:endParaRPr kumimoji="0" lang="en-US" sz="2400" b="0" i="0" u="none" strike="noStrike" cap="none" normalizeH="0" baseline="0">
              <a:ln>
                <a:noFill/>
              </a:ln>
              <a:solidFill>
                <a:schemeClr val="bg1"/>
              </a:solidFill>
              <a:effectLst/>
              <a:latin typeface="Arial" pitchFamily="-65" charset="0"/>
              <a:ea typeface="ＭＳ Ｐゴシック" pitchFamily="-65" charset="-128"/>
              <a:cs typeface="ＭＳ Ｐゴシック" pitchFamily="-65" charset="-128"/>
            </a:endParaRPr>
          </a:p>
        </p:txBody>
      </p:sp>
      <p:sp>
        <p:nvSpPr>
          <p:cNvPr id="11" name="Left-Right Arrow 10"/>
          <p:cNvSpPr/>
          <p:nvPr/>
        </p:nvSpPr>
        <p:spPr bwMode="auto">
          <a:xfrm rot="1761325">
            <a:off x="3293222" y="3327907"/>
            <a:ext cx="609600" cy="302567"/>
          </a:xfrm>
          <a:prstGeom prst="leftRightArrow">
            <a:avLst/>
          </a:prstGeom>
          <a:solidFill>
            <a:schemeClr val="accent1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sz="24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pitchFamily="-65" charset="0"/>
              <a:ea typeface="ＭＳ Ｐゴシック" pitchFamily="-65" charset="-128"/>
              <a:cs typeface="ＭＳ Ｐゴシック" pitchFamily="-65" charset="-128"/>
            </a:endParaRPr>
          </a:p>
        </p:txBody>
      </p:sp>
      <p:sp>
        <p:nvSpPr>
          <p:cNvPr id="12" name="Left-Right Arrow 11"/>
          <p:cNvSpPr/>
          <p:nvPr/>
        </p:nvSpPr>
        <p:spPr bwMode="auto">
          <a:xfrm>
            <a:off x="5102773" y="3861562"/>
            <a:ext cx="609600" cy="302567"/>
          </a:xfrm>
          <a:prstGeom prst="leftRightArrow">
            <a:avLst/>
          </a:prstGeom>
          <a:solidFill>
            <a:schemeClr val="accent1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sz="24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pitchFamily="-65" charset="0"/>
              <a:ea typeface="ＭＳ Ｐゴシック" pitchFamily="-65" charset="-128"/>
              <a:cs typeface="ＭＳ Ｐゴシック" pitchFamily="-65" charset="-128"/>
            </a:endParaRPr>
          </a:p>
        </p:txBody>
      </p:sp>
      <p:sp>
        <p:nvSpPr>
          <p:cNvPr id="13" name="Left-Right Arrow 12"/>
          <p:cNvSpPr/>
          <p:nvPr/>
        </p:nvSpPr>
        <p:spPr bwMode="auto">
          <a:xfrm rot="19331164">
            <a:off x="3381546" y="4403363"/>
            <a:ext cx="609600" cy="302567"/>
          </a:xfrm>
          <a:prstGeom prst="leftRightArrow">
            <a:avLst/>
          </a:prstGeom>
          <a:solidFill>
            <a:schemeClr val="accent1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sz="24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pitchFamily="-65" charset="0"/>
              <a:ea typeface="ＭＳ Ｐゴシック" pitchFamily="-65" charset="-128"/>
              <a:cs typeface="ＭＳ Ｐゴシック" pitchFamily="-65" charset="-128"/>
            </a:endParaRPr>
          </a:p>
        </p:txBody>
      </p:sp>
      <p:sp>
        <p:nvSpPr>
          <p:cNvPr id="14" name="TextBox 13"/>
          <p:cNvSpPr txBox="1"/>
          <p:nvPr/>
        </p:nvSpPr>
        <p:spPr>
          <a:xfrm>
            <a:off x="2965499" y="1700564"/>
            <a:ext cx="3379451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 smtClean="0">
                <a:solidFill>
                  <a:srgbClr val="FF0000"/>
                </a:solidFill>
                <a:latin typeface="Lucida Calligraphy" charset="0"/>
                <a:ea typeface="Lucida Calligraphy" charset="0"/>
                <a:cs typeface="Lucida Calligraphy" charset="0"/>
              </a:rPr>
              <a:t>Instant On </a:t>
            </a:r>
            <a:r>
              <a:rPr lang="en-US" smtClean="0">
                <a:solidFill>
                  <a:srgbClr val="FF0000"/>
                </a:solidFill>
                <a:latin typeface="Lucida Calligraphy" charset="0"/>
                <a:ea typeface="Lucida Calligraphy" charset="0"/>
                <a:cs typeface="Lucida Calligraphy" charset="0"/>
                <a:sym typeface="Wingdings"/>
              </a:rPr>
              <a:t> Scope</a:t>
            </a:r>
            <a:endParaRPr lang="en-US">
              <a:solidFill>
                <a:srgbClr val="FF0000"/>
              </a:solidFill>
              <a:latin typeface="Lucida Calligraphy" charset="0"/>
              <a:ea typeface="Lucida Calligraphy" charset="0"/>
              <a:cs typeface="Lucida Calligraphy" charset="0"/>
            </a:endParaRPr>
          </a:p>
        </p:txBody>
      </p:sp>
      <p:sp>
        <p:nvSpPr>
          <p:cNvPr id="16" name="Oval 15"/>
          <p:cNvSpPr/>
          <p:nvPr/>
        </p:nvSpPr>
        <p:spPr bwMode="auto">
          <a:xfrm>
            <a:off x="7255081" y="3657600"/>
            <a:ext cx="288719" cy="618797"/>
          </a:xfrm>
          <a:prstGeom prst="ellipse">
            <a:avLst/>
          </a:prstGeom>
          <a:solidFill>
            <a:srgbClr val="00B050">
              <a:alpha val="41000"/>
            </a:srgbClr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sz="24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pitchFamily="-65" charset="0"/>
              <a:ea typeface="ＭＳ Ｐゴシック" pitchFamily="-65" charset="-128"/>
              <a:cs typeface="ＭＳ Ｐゴシック" pitchFamily="-65" charset="-128"/>
            </a:endParaRPr>
          </a:p>
        </p:txBody>
      </p:sp>
      <p:sp>
        <p:nvSpPr>
          <p:cNvPr id="18" name="Can 17"/>
          <p:cNvSpPr/>
          <p:nvPr/>
        </p:nvSpPr>
        <p:spPr bwMode="auto">
          <a:xfrm>
            <a:off x="8103383" y="2606566"/>
            <a:ext cx="643759" cy="509752"/>
          </a:xfrm>
          <a:prstGeom prst="can">
            <a:avLst/>
          </a:prstGeom>
          <a:solidFill>
            <a:schemeClr val="accent1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sz="1600" b="0" i="0" u="none" strike="noStrike" cap="none" normalizeH="0" baseline="0" dirty="0" smtClean="0">
                <a:ln>
                  <a:noFill/>
                </a:ln>
                <a:solidFill>
                  <a:schemeClr val="bg1"/>
                </a:solidFill>
                <a:effectLst/>
                <a:latin typeface="Arial" pitchFamily="-65" charset="0"/>
                <a:ea typeface="ＭＳ Ｐゴシック" pitchFamily="-65" charset="-128"/>
                <a:cs typeface="ＭＳ Ｐゴシック" pitchFamily="-65" charset="-128"/>
              </a:rPr>
              <a:t>FS</a:t>
            </a:r>
            <a:endParaRPr kumimoji="0" lang="en-US" sz="1600" b="0" i="0" u="none" strike="noStrike" cap="none" normalizeH="0" baseline="0" dirty="0">
              <a:ln>
                <a:noFill/>
              </a:ln>
              <a:solidFill>
                <a:schemeClr val="bg1"/>
              </a:solidFill>
              <a:effectLst/>
              <a:latin typeface="Arial" pitchFamily="-65" charset="0"/>
              <a:ea typeface="ＭＳ Ｐゴシック" pitchFamily="-65" charset="-128"/>
              <a:cs typeface="ＭＳ Ｐゴシック" pitchFamily="-65" charset="-128"/>
            </a:endParaRPr>
          </a:p>
        </p:txBody>
      </p:sp>
      <p:sp>
        <p:nvSpPr>
          <p:cNvPr id="19" name="Rounded Rectangle 18"/>
          <p:cNvSpPr/>
          <p:nvPr/>
        </p:nvSpPr>
        <p:spPr bwMode="auto">
          <a:xfrm>
            <a:off x="7998122" y="3570496"/>
            <a:ext cx="854281" cy="331470"/>
          </a:xfrm>
          <a:prstGeom prst="roundRect">
            <a:avLst/>
          </a:prstGeom>
          <a:solidFill>
            <a:schemeClr val="accent1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sz="1600" b="0" i="0" u="none" strike="noStrike" cap="none" normalizeH="0" baseline="0" smtClean="0">
                <a:ln>
                  <a:noFill/>
                </a:ln>
                <a:solidFill>
                  <a:schemeClr val="bg1"/>
                </a:solidFill>
                <a:effectLst/>
                <a:latin typeface="Arial" pitchFamily="-65" charset="0"/>
                <a:ea typeface="ＭＳ Ｐゴシック" pitchFamily="-65" charset="-128"/>
                <a:cs typeface="ＭＳ Ｐゴシック" pitchFamily="-65" charset="-128"/>
              </a:rPr>
              <a:t>Fabric</a:t>
            </a:r>
            <a:endParaRPr kumimoji="0" lang="en-US" sz="1600" b="0" i="0" u="none" strike="noStrike" cap="none" normalizeH="0" baseline="0">
              <a:ln>
                <a:noFill/>
              </a:ln>
              <a:solidFill>
                <a:schemeClr val="bg1"/>
              </a:solidFill>
              <a:effectLst/>
              <a:latin typeface="Arial" pitchFamily="-65" charset="0"/>
              <a:ea typeface="ＭＳ Ｐゴシック" pitchFamily="-65" charset="-128"/>
              <a:cs typeface="ＭＳ Ｐゴシック" pitchFamily="-65" charset="-128"/>
            </a:endParaRPr>
          </a:p>
        </p:txBody>
      </p:sp>
      <p:grpSp>
        <p:nvGrpSpPr>
          <p:cNvPr id="26" name="Group 25"/>
          <p:cNvGrpSpPr/>
          <p:nvPr/>
        </p:nvGrpSpPr>
        <p:grpSpPr>
          <a:xfrm>
            <a:off x="8374843" y="4158480"/>
            <a:ext cx="100838" cy="409951"/>
            <a:chOff x="8364918" y="3861562"/>
            <a:chExt cx="100838" cy="409951"/>
          </a:xfrm>
        </p:grpSpPr>
        <p:sp>
          <p:nvSpPr>
            <p:cNvPr id="20" name="Oval 19"/>
            <p:cNvSpPr/>
            <p:nvPr/>
          </p:nvSpPr>
          <p:spPr bwMode="auto">
            <a:xfrm>
              <a:off x="8364918" y="3861562"/>
              <a:ext cx="100838" cy="100838"/>
            </a:xfrm>
            <a:prstGeom prst="ellipse">
              <a:avLst/>
            </a:prstGeom>
            <a:solidFill>
              <a:schemeClr val="accent1"/>
            </a:solidFill>
            <a:ln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marL="0" marR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endParaRPr kumimoji="0" lang="en-US" sz="24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itchFamily="-65" charset="0"/>
                <a:ea typeface="ＭＳ Ｐゴシック" pitchFamily="-65" charset="-128"/>
                <a:cs typeface="ＭＳ Ｐゴシック" pitchFamily="-65" charset="-128"/>
              </a:endParaRPr>
            </a:p>
          </p:txBody>
        </p:sp>
        <p:sp>
          <p:nvSpPr>
            <p:cNvPr id="21" name="Oval 20"/>
            <p:cNvSpPr/>
            <p:nvPr/>
          </p:nvSpPr>
          <p:spPr bwMode="auto">
            <a:xfrm>
              <a:off x="8364918" y="4013962"/>
              <a:ext cx="100838" cy="100838"/>
            </a:xfrm>
            <a:prstGeom prst="ellipse">
              <a:avLst/>
            </a:prstGeom>
            <a:solidFill>
              <a:schemeClr val="accent1"/>
            </a:solidFill>
            <a:ln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marL="0" marR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endParaRPr kumimoji="0" lang="en-US" sz="24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itchFamily="-65" charset="0"/>
                <a:ea typeface="ＭＳ Ｐゴシック" pitchFamily="-65" charset="-128"/>
                <a:cs typeface="ＭＳ Ｐゴシック" pitchFamily="-65" charset="-128"/>
              </a:endParaRPr>
            </a:p>
          </p:txBody>
        </p:sp>
        <p:sp>
          <p:nvSpPr>
            <p:cNvPr id="25" name="Oval 24"/>
            <p:cNvSpPr/>
            <p:nvPr/>
          </p:nvSpPr>
          <p:spPr bwMode="auto">
            <a:xfrm>
              <a:off x="8364918" y="4170675"/>
              <a:ext cx="100838" cy="100838"/>
            </a:xfrm>
            <a:prstGeom prst="ellipse">
              <a:avLst/>
            </a:prstGeom>
            <a:solidFill>
              <a:schemeClr val="accent1"/>
            </a:solidFill>
            <a:ln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marL="0" marR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endParaRPr kumimoji="0" lang="en-US" sz="24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itchFamily="-65" charset="0"/>
                <a:ea typeface="ＭＳ Ｐゴシック" pitchFamily="-65" charset="-128"/>
                <a:cs typeface="ＭＳ Ｐゴシック" pitchFamily="-65" charset="-128"/>
              </a:endParaRPr>
            </a:p>
          </p:txBody>
        </p:sp>
      </p:grpSp>
      <p:sp>
        <p:nvSpPr>
          <p:cNvPr id="27" name="Rounded Rectangle 26"/>
          <p:cNvSpPr/>
          <p:nvPr/>
        </p:nvSpPr>
        <p:spPr bwMode="auto">
          <a:xfrm>
            <a:off x="7998122" y="4826482"/>
            <a:ext cx="854281" cy="331470"/>
          </a:xfrm>
          <a:prstGeom prst="roundRect">
            <a:avLst/>
          </a:prstGeom>
          <a:solidFill>
            <a:schemeClr val="accent1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sz="1600" b="0" i="0" u="none" strike="noStrike" cap="none" normalizeH="0" baseline="0" dirty="0" smtClean="0">
                <a:ln>
                  <a:noFill/>
                </a:ln>
                <a:solidFill>
                  <a:schemeClr val="bg1"/>
                </a:solidFill>
                <a:effectLst/>
                <a:latin typeface="Arial" pitchFamily="-65" charset="0"/>
                <a:ea typeface="ＭＳ Ｐゴシック" pitchFamily="-65" charset="-128"/>
                <a:cs typeface="ＭＳ Ｐゴシック" pitchFamily="-65" charset="-128"/>
              </a:rPr>
              <a:t>RAS</a:t>
            </a:r>
            <a:endParaRPr kumimoji="0" lang="en-US" sz="1600" b="0" i="0" u="none" strike="noStrike" cap="none" normalizeH="0" baseline="0" dirty="0">
              <a:ln>
                <a:noFill/>
              </a:ln>
              <a:solidFill>
                <a:schemeClr val="bg1"/>
              </a:solidFill>
              <a:effectLst/>
              <a:latin typeface="Arial" pitchFamily="-65" charset="0"/>
              <a:ea typeface="ＭＳ Ｐゴシック" pitchFamily="-65" charset="-128"/>
              <a:cs typeface="ＭＳ Ｐゴシック" pitchFamily="-65" charset="-128"/>
            </a:endParaRPr>
          </a:p>
        </p:txBody>
      </p:sp>
      <p:sp>
        <p:nvSpPr>
          <p:cNvPr id="28" name="Left Brace 27"/>
          <p:cNvSpPr/>
          <p:nvPr/>
        </p:nvSpPr>
        <p:spPr bwMode="auto">
          <a:xfrm>
            <a:off x="7543800" y="2514600"/>
            <a:ext cx="454322" cy="2895600"/>
          </a:xfrm>
          <a:prstGeom prst="leftBrace">
            <a:avLst/>
          </a:prstGeom>
          <a:noFill/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sz="24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pitchFamily="-65" charset="0"/>
              <a:ea typeface="ＭＳ Ｐゴシック" pitchFamily="-65" charset="-128"/>
              <a:cs typeface="ＭＳ Ｐゴシック" pitchFamily="-65" charset="-128"/>
            </a:endParaRPr>
          </a:p>
        </p:txBody>
      </p:sp>
      <p:sp>
        <p:nvSpPr>
          <p:cNvPr id="30" name="TextBox 29"/>
          <p:cNvSpPr txBox="1"/>
          <p:nvPr/>
        </p:nvSpPr>
        <p:spPr>
          <a:xfrm>
            <a:off x="1695390" y="3749097"/>
            <a:ext cx="800219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mtClean="0"/>
              <a:t>APP</a:t>
            </a:r>
            <a:endParaRPr lang="en-US"/>
          </a:p>
        </p:txBody>
      </p:sp>
      <p:sp>
        <p:nvSpPr>
          <p:cNvPr id="2" name="TextBox 1"/>
          <p:cNvSpPr txBox="1"/>
          <p:nvPr/>
        </p:nvSpPr>
        <p:spPr>
          <a:xfrm>
            <a:off x="5037686" y="3201164"/>
            <a:ext cx="745717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800" dirty="0" smtClean="0">
                <a:solidFill>
                  <a:srgbClr val="FF0000"/>
                </a:solidFill>
                <a:latin typeface="Lucida Handwriting" charset="0"/>
                <a:ea typeface="Lucida Handwriting" charset="0"/>
                <a:cs typeface="Lucida Handwriting" charset="0"/>
              </a:rPr>
              <a:t>APIs</a:t>
            </a:r>
            <a:endParaRPr lang="en-US" sz="1800" dirty="0">
              <a:solidFill>
                <a:srgbClr val="FF0000"/>
              </a:solidFill>
              <a:latin typeface="Lucida Handwriting" charset="0"/>
              <a:ea typeface="Lucida Handwriting" charset="0"/>
              <a:cs typeface="Lucida Handwriting" charset="0"/>
            </a:endParaRPr>
          </a:p>
        </p:txBody>
      </p:sp>
      <p:sp>
        <p:nvSpPr>
          <p:cNvPr id="3" name="TextBox 2"/>
          <p:cNvSpPr txBox="1"/>
          <p:nvPr/>
        </p:nvSpPr>
        <p:spPr>
          <a:xfrm>
            <a:off x="4616727" y="4499127"/>
            <a:ext cx="1587634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800" smtClean="0">
                <a:solidFill>
                  <a:srgbClr val="FF0000"/>
                </a:solidFill>
                <a:latin typeface="Lucida Handwriting" charset="0"/>
                <a:ea typeface="Lucida Handwriting" charset="0"/>
                <a:cs typeface="Lucida Handwriting" charset="0"/>
              </a:rPr>
              <a:t>Command line tools</a:t>
            </a:r>
            <a:endParaRPr lang="en-US" sz="1800">
              <a:solidFill>
                <a:srgbClr val="FF0000"/>
              </a:solidFill>
              <a:latin typeface="Lucida Handwriting" charset="0"/>
              <a:ea typeface="Lucida Handwriting" charset="0"/>
              <a:cs typeface="Lucida Handwriting" charset="0"/>
            </a:endParaRPr>
          </a:p>
        </p:txBody>
      </p:sp>
      <p:sp>
        <p:nvSpPr>
          <p:cNvPr id="17" name="TextBox 16"/>
          <p:cNvSpPr txBox="1"/>
          <p:nvPr/>
        </p:nvSpPr>
        <p:spPr>
          <a:xfrm>
            <a:off x="4186726" y="5181143"/>
            <a:ext cx="2441695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sz="1800" dirty="0" smtClean="0">
                <a:solidFill>
                  <a:srgbClr val="FF0000"/>
                </a:solidFill>
                <a:latin typeface="+mn-lt"/>
                <a:ea typeface="Lucida Handwriting" charset="0"/>
                <a:cs typeface="Lucida Handwriting" charset="0"/>
              </a:rPr>
              <a:t>app   SMS    job script</a:t>
            </a:r>
          </a:p>
          <a:p>
            <a:pPr algn="ctr"/>
            <a:r>
              <a:rPr lang="en-US" sz="1800" dirty="0" smtClean="0">
                <a:solidFill>
                  <a:srgbClr val="FF0000"/>
                </a:solidFill>
                <a:latin typeface="+mn-lt"/>
                <a:ea typeface="Lucida Handwriting" charset="0"/>
                <a:cs typeface="Lucida Handwriting" charset="0"/>
              </a:rPr>
              <a:t>integration</a:t>
            </a:r>
            <a:endParaRPr lang="en-US" sz="1800" dirty="0">
              <a:solidFill>
                <a:srgbClr val="FF0000"/>
              </a:solidFill>
              <a:latin typeface="+mn-lt"/>
              <a:ea typeface="Lucida Handwriting" charset="0"/>
              <a:cs typeface="Lucida Handwriting" charset="0"/>
            </a:endParaRPr>
          </a:p>
        </p:txBody>
      </p:sp>
      <p:sp>
        <p:nvSpPr>
          <p:cNvPr id="22" name="Left Bracket 21"/>
          <p:cNvSpPr/>
          <p:nvPr/>
        </p:nvSpPr>
        <p:spPr bwMode="auto">
          <a:xfrm>
            <a:off x="4294129" y="5181143"/>
            <a:ext cx="118844" cy="646331"/>
          </a:xfrm>
          <a:prstGeom prst="leftBracket">
            <a:avLst/>
          </a:prstGeom>
          <a:noFill/>
          <a:ln w="19050" cap="flat" cmpd="sng" algn="ctr">
            <a:solidFill>
              <a:srgbClr val="FF0000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sz="24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pitchFamily="-65" charset="0"/>
              <a:ea typeface="ＭＳ Ｐゴシック" pitchFamily="-65" charset="-128"/>
              <a:cs typeface="ＭＳ Ｐゴシック" pitchFamily="-65" charset="-128"/>
            </a:endParaRPr>
          </a:p>
        </p:txBody>
      </p:sp>
      <p:sp>
        <p:nvSpPr>
          <p:cNvPr id="31" name="Left Bracket 30"/>
          <p:cNvSpPr/>
          <p:nvPr/>
        </p:nvSpPr>
        <p:spPr bwMode="auto">
          <a:xfrm flipH="1">
            <a:off x="6433658" y="5145458"/>
            <a:ext cx="118844" cy="646331"/>
          </a:xfrm>
          <a:prstGeom prst="leftBracket">
            <a:avLst/>
          </a:prstGeom>
          <a:noFill/>
          <a:ln w="19050" cap="flat" cmpd="sng" algn="ctr">
            <a:solidFill>
              <a:srgbClr val="FF0000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sz="24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pitchFamily="-65" charset="0"/>
              <a:ea typeface="ＭＳ Ｐゴシック" pitchFamily="-65" charset="-128"/>
              <a:cs typeface="ＭＳ Ｐゴシック" pitchFamily="-65" charset="-128"/>
            </a:endParaRPr>
          </a:p>
        </p:txBody>
      </p:sp>
      <p:sp>
        <p:nvSpPr>
          <p:cNvPr id="24" name="Left-Right Arrow 23"/>
          <p:cNvSpPr/>
          <p:nvPr/>
        </p:nvSpPr>
        <p:spPr bwMode="auto">
          <a:xfrm>
            <a:off x="4686004" y="5348721"/>
            <a:ext cx="147145" cy="79513"/>
          </a:xfrm>
          <a:prstGeom prst="leftRightArrow">
            <a:avLst/>
          </a:prstGeom>
          <a:solidFill>
            <a:srgbClr val="FF0000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sz="24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pitchFamily="-65" charset="0"/>
              <a:ea typeface="ＭＳ Ｐゴシック" pitchFamily="-65" charset="-128"/>
              <a:cs typeface="ＭＳ Ｐゴシック" pitchFamily="-65" charset="-128"/>
            </a:endParaRPr>
          </a:p>
        </p:txBody>
      </p:sp>
      <p:sp>
        <p:nvSpPr>
          <p:cNvPr id="32" name="Left-Right Arrow 31"/>
          <p:cNvSpPr/>
          <p:nvPr/>
        </p:nvSpPr>
        <p:spPr bwMode="auto">
          <a:xfrm>
            <a:off x="5402604" y="5348721"/>
            <a:ext cx="147145" cy="79513"/>
          </a:xfrm>
          <a:prstGeom prst="leftRightArrow">
            <a:avLst/>
          </a:prstGeom>
          <a:solidFill>
            <a:srgbClr val="FF0000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sz="24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itchFamily="-65" charset="0"/>
              <a:ea typeface="ＭＳ Ｐゴシック" pitchFamily="-65" charset="-128"/>
              <a:cs typeface="ＭＳ Ｐゴシック" pitchFamily="-65" charset="-128"/>
            </a:endParaRPr>
          </a:p>
        </p:txBody>
      </p:sp>
    </p:spTree>
    <p:extLst>
      <p:ext uri="{BB962C8B-B14F-4D97-AF65-F5344CB8AC3E}">
        <p14:creationId xmlns:p14="http://schemas.microsoft.com/office/powerpoint/2010/main" val="160530041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0"/>
    </mc:Choice>
    <mc:Fallback>
      <p:transition/>
    </mc:Fallback>
  </mc:AlternateContent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Rounded Rectangle 28"/>
          <p:cNvSpPr/>
          <p:nvPr/>
        </p:nvSpPr>
        <p:spPr bwMode="auto">
          <a:xfrm>
            <a:off x="533400" y="2162229"/>
            <a:ext cx="3124200" cy="3761430"/>
          </a:xfrm>
          <a:prstGeom prst="roundRect">
            <a:avLst/>
          </a:prstGeom>
          <a:solidFill>
            <a:srgbClr val="FFFF00">
              <a:alpha val="39000"/>
            </a:srgbClr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sz="24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pitchFamily="-65" charset="0"/>
              <a:ea typeface="ＭＳ Ｐゴシック" pitchFamily="-65" charset="-128"/>
              <a:cs typeface="ＭＳ Ｐゴシック" pitchFamily="-65" charset="-128"/>
            </a:endParaRPr>
          </a:p>
        </p:txBody>
      </p:sp>
      <p:sp>
        <p:nvSpPr>
          <p:cNvPr id="4" name="Title 3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A Deal Is Struck</a:t>
            </a:r>
            <a:endParaRPr lang="en-US" dirty="0"/>
          </a:p>
        </p:txBody>
      </p:sp>
      <p:sp>
        <p:nvSpPr>
          <p:cNvPr id="5" name="Cloud 4"/>
          <p:cNvSpPr/>
          <p:nvPr/>
        </p:nvSpPr>
        <p:spPr bwMode="auto">
          <a:xfrm>
            <a:off x="649014" y="2286000"/>
            <a:ext cx="2822028" cy="1371600"/>
          </a:xfrm>
          <a:prstGeom prst="cloud">
            <a:avLst/>
          </a:prstGeom>
          <a:solidFill>
            <a:schemeClr val="accent1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sz="2400" b="0" i="0" u="none" strike="noStrike" cap="none" normalizeH="0" baseline="0" dirty="0" smtClean="0">
                <a:ln>
                  <a:noFill/>
                </a:ln>
                <a:solidFill>
                  <a:schemeClr val="bg1"/>
                </a:solidFill>
                <a:effectLst/>
                <a:latin typeface="Arial" pitchFamily="-65" charset="0"/>
                <a:ea typeface="ＭＳ Ｐゴシック" pitchFamily="-65" charset="-128"/>
                <a:cs typeface="ＭＳ Ｐゴシック" pitchFamily="-65" charset="-128"/>
              </a:rPr>
              <a:t>Launch</a:t>
            </a:r>
          </a:p>
          <a:p>
            <a:pPr marL="0" marR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lang="en-US" dirty="0" smtClean="0">
                <a:solidFill>
                  <a:schemeClr val="bg1"/>
                </a:solidFill>
                <a:latin typeface="Arial" pitchFamily="-65" charset="0"/>
                <a:ea typeface="ＭＳ Ｐゴシック" pitchFamily="-65" charset="-128"/>
                <a:cs typeface="ＭＳ Ｐゴシック" pitchFamily="-65" charset="-128"/>
              </a:rPr>
              <a:t>Scaling</a:t>
            </a:r>
            <a:endParaRPr kumimoji="0" lang="en-US" sz="2400" b="0" i="0" u="none" strike="noStrike" cap="none" normalizeH="0" baseline="0" dirty="0">
              <a:ln>
                <a:noFill/>
              </a:ln>
              <a:solidFill>
                <a:schemeClr val="bg1"/>
              </a:solidFill>
              <a:effectLst/>
              <a:latin typeface="Arial" pitchFamily="-65" charset="0"/>
              <a:ea typeface="ＭＳ Ｐゴシック" pitchFamily="-65" charset="-128"/>
              <a:cs typeface="ＭＳ Ｐゴシック" pitchFamily="-65" charset="-128"/>
            </a:endParaRPr>
          </a:p>
        </p:txBody>
      </p:sp>
      <p:sp>
        <p:nvSpPr>
          <p:cNvPr id="6" name="Cloud 5"/>
          <p:cNvSpPr/>
          <p:nvPr/>
        </p:nvSpPr>
        <p:spPr bwMode="auto">
          <a:xfrm>
            <a:off x="649014" y="4495800"/>
            <a:ext cx="2822028" cy="1371600"/>
          </a:xfrm>
          <a:prstGeom prst="cloud">
            <a:avLst/>
          </a:prstGeom>
          <a:solidFill>
            <a:srgbClr val="FF0000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sz="2400" b="0" i="0" u="none" strike="noStrike" cap="none" normalizeH="0" baseline="0" dirty="0" smtClean="0">
                <a:ln>
                  <a:noFill/>
                </a:ln>
                <a:solidFill>
                  <a:schemeClr val="bg1"/>
                </a:solidFill>
                <a:effectLst/>
                <a:latin typeface="Arial" pitchFamily="-65" charset="0"/>
                <a:ea typeface="ＭＳ Ｐゴシック" pitchFamily="-65" charset="-128"/>
                <a:cs typeface="ＭＳ Ｐゴシック" pitchFamily="-65" charset="-128"/>
              </a:rPr>
              <a:t>New</a:t>
            </a:r>
          </a:p>
          <a:p>
            <a:pPr marL="0" marR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lang="en-US" dirty="0" smtClean="0">
                <a:solidFill>
                  <a:schemeClr val="bg1"/>
                </a:solidFill>
                <a:latin typeface="Arial" pitchFamily="-65" charset="0"/>
                <a:ea typeface="ＭＳ Ｐゴシック" pitchFamily="-65" charset="-128"/>
                <a:cs typeface="ＭＳ Ｐゴシック" pitchFamily="-65" charset="-128"/>
              </a:rPr>
              <a:t>Models</a:t>
            </a:r>
            <a:endParaRPr kumimoji="0" lang="en-US" sz="2400" b="0" i="0" u="none" strike="noStrike" cap="none" normalizeH="0" baseline="0" dirty="0">
              <a:ln>
                <a:noFill/>
              </a:ln>
              <a:solidFill>
                <a:schemeClr val="bg1"/>
              </a:solidFill>
              <a:effectLst/>
              <a:latin typeface="Arial" pitchFamily="-65" charset="0"/>
              <a:ea typeface="ＭＳ Ｐゴシック" pitchFamily="-65" charset="-128"/>
              <a:cs typeface="ＭＳ Ｐゴシック" pitchFamily="-65" charset="-128"/>
            </a:endParaRPr>
          </a:p>
        </p:txBody>
      </p:sp>
      <p:grpSp>
        <p:nvGrpSpPr>
          <p:cNvPr id="9" name="Group 8"/>
          <p:cNvGrpSpPr/>
          <p:nvPr/>
        </p:nvGrpSpPr>
        <p:grpSpPr>
          <a:xfrm>
            <a:off x="5867400" y="3124200"/>
            <a:ext cx="1676400" cy="1676400"/>
            <a:chOff x="5334000" y="3124200"/>
            <a:chExt cx="1676400" cy="1676400"/>
          </a:xfrm>
          <a:solidFill>
            <a:srgbClr val="FFC000"/>
          </a:solidFill>
        </p:grpSpPr>
        <p:sp>
          <p:nvSpPr>
            <p:cNvPr id="7" name="Oval 6"/>
            <p:cNvSpPr/>
            <p:nvPr/>
          </p:nvSpPr>
          <p:spPr bwMode="auto">
            <a:xfrm>
              <a:off x="5334000" y="3124200"/>
              <a:ext cx="1676400" cy="1676400"/>
            </a:xfrm>
            <a:prstGeom prst="ellipse">
              <a:avLst/>
            </a:prstGeom>
            <a:grpFill/>
            <a:ln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marL="0" marR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endParaRPr kumimoji="0" 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itchFamily="-65" charset="0"/>
                <a:ea typeface="ＭＳ Ｐゴシック" pitchFamily="-65" charset="-128"/>
                <a:cs typeface="ＭＳ Ｐゴシック" pitchFamily="-65" charset="-128"/>
              </a:endParaRPr>
            </a:p>
          </p:txBody>
        </p:sp>
        <p:sp>
          <p:nvSpPr>
            <p:cNvPr id="8" name="TextBox 7"/>
            <p:cNvSpPr txBox="1"/>
            <p:nvPr/>
          </p:nvSpPr>
          <p:spPr>
            <a:xfrm>
              <a:off x="5840218" y="3731568"/>
              <a:ext cx="663964" cy="461665"/>
            </a:xfrm>
            <a:prstGeom prst="rect">
              <a:avLst/>
            </a:prstGeom>
            <a:grpFill/>
          </p:spPr>
          <p:txBody>
            <a:bodyPr wrap="none" rtlCol="0">
              <a:spAutoFit/>
            </a:bodyPr>
            <a:lstStyle/>
            <a:p>
              <a:r>
                <a:rPr lang="en-US" dirty="0" smtClean="0"/>
                <a:t>RM</a:t>
              </a:r>
              <a:endParaRPr lang="en-US" dirty="0"/>
            </a:p>
          </p:txBody>
        </p:sp>
      </p:grpSp>
      <p:sp>
        <p:nvSpPr>
          <p:cNvPr id="10" name="Rounded Rectangle 9"/>
          <p:cNvSpPr/>
          <p:nvPr/>
        </p:nvSpPr>
        <p:spPr bwMode="auto">
          <a:xfrm>
            <a:off x="3957145" y="3731567"/>
            <a:ext cx="990600" cy="607367"/>
          </a:xfrm>
          <a:prstGeom prst="roundRect">
            <a:avLst/>
          </a:prstGeom>
          <a:solidFill>
            <a:srgbClr val="00B050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sz="2400" b="0" i="0" u="none" strike="noStrike" cap="none" normalizeH="0" baseline="0" smtClean="0">
                <a:ln>
                  <a:noFill/>
                </a:ln>
                <a:solidFill>
                  <a:schemeClr val="bg1"/>
                </a:solidFill>
                <a:effectLst/>
                <a:latin typeface="Arial" pitchFamily="-65" charset="0"/>
                <a:ea typeface="ＭＳ Ｐゴシック" pitchFamily="-65" charset="-128"/>
                <a:cs typeface="ＭＳ Ｐゴシック" pitchFamily="-65" charset="-128"/>
              </a:rPr>
              <a:t>PMIx</a:t>
            </a:r>
            <a:endParaRPr kumimoji="0" lang="en-US" sz="2400" b="0" i="0" u="none" strike="noStrike" cap="none" normalizeH="0" baseline="0">
              <a:ln>
                <a:noFill/>
              </a:ln>
              <a:solidFill>
                <a:schemeClr val="bg1"/>
              </a:solidFill>
              <a:effectLst/>
              <a:latin typeface="Arial" pitchFamily="-65" charset="0"/>
              <a:ea typeface="ＭＳ Ｐゴシック" pitchFamily="-65" charset="-128"/>
              <a:cs typeface="ＭＳ Ｐゴシック" pitchFamily="-65" charset="-128"/>
            </a:endParaRPr>
          </a:p>
        </p:txBody>
      </p:sp>
      <p:sp>
        <p:nvSpPr>
          <p:cNvPr id="11" name="Left-Right Arrow 10"/>
          <p:cNvSpPr/>
          <p:nvPr/>
        </p:nvSpPr>
        <p:spPr bwMode="auto">
          <a:xfrm rot="1761325">
            <a:off x="3293222" y="3327907"/>
            <a:ext cx="609600" cy="302567"/>
          </a:xfrm>
          <a:prstGeom prst="leftRightArrow">
            <a:avLst/>
          </a:prstGeom>
          <a:solidFill>
            <a:schemeClr val="accent1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sz="24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pitchFamily="-65" charset="0"/>
              <a:ea typeface="ＭＳ Ｐゴシック" pitchFamily="-65" charset="-128"/>
              <a:cs typeface="ＭＳ Ｐゴシック" pitchFamily="-65" charset="-128"/>
            </a:endParaRPr>
          </a:p>
        </p:txBody>
      </p:sp>
      <p:sp>
        <p:nvSpPr>
          <p:cNvPr id="12" name="Left-Right Arrow 11"/>
          <p:cNvSpPr/>
          <p:nvPr/>
        </p:nvSpPr>
        <p:spPr bwMode="auto">
          <a:xfrm>
            <a:off x="5102773" y="3861562"/>
            <a:ext cx="609600" cy="302567"/>
          </a:xfrm>
          <a:prstGeom prst="leftRightArrow">
            <a:avLst/>
          </a:prstGeom>
          <a:solidFill>
            <a:schemeClr val="accent1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sz="24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pitchFamily="-65" charset="0"/>
              <a:ea typeface="ＭＳ Ｐゴシック" pitchFamily="-65" charset="-128"/>
              <a:cs typeface="ＭＳ Ｐゴシック" pitchFamily="-65" charset="-128"/>
            </a:endParaRPr>
          </a:p>
        </p:txBody>
      </p:sp>
      <p:sp>
        <p:nvSpPr>
          <p:cNvPr id="13" name="Left-Right Arrow 12"/>
          <p:cNvSpPr/>
          <p:nvPr/>
        </p:nvSpPr>
        <p:spPr bwMode="auto">
          <a:xfrm rot="19331164">
            <a:off x="3381546" y="4403363"/>
            <a:ext cx="609600" cy="302567"/>
          </a:xfrm>
          <a:prstGeom prst="leftRightArrow">
            <a:avLst/>
          </a:prstGeom>
          <a:solidFill>
            <a:schemeClr val="accent1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sz="24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pitchFamily="-65" charset="0"/>
              <a:ea typeface="ＭＳ Ｐゴシック" pitchFamily="-65" charset="-128"/>
              <a:cs typeface="ＭＳ Ｐゴシック" pitchFamily="-65" charset="-128"/>
            </a:endParaRPr>
          </a:p>
        </p:txBody>
      </p:sp>
      <p:sp>
        <p:nvSpPr>
          <p:cNvPr id="14" name="TextBox 13"/>
          <p:cNvSpPr txBox="1"/>
          <p:nvPr/>
        </p:nvSpPr>
        <p:spPr>
          <a:xfrm>
            <a:off x="2965499" y="1700564"/>
            <a:ext cx="3379451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 smtClean="0">
                <a:solidFill>
                  <a:srgbClr val="FF0000"/>
                </a:solidFill>
                <a:latin typeface="Lucida Calligraphy" charset="0"/>
                <a:ea typeface="Lucida Calligraphy" charset="0"/>
                <a:cs typeface="Lucida Calligraphy" charset="0"/>
              </a:rPr>
              <a:t>Instant On </a:t>
            </a:r>
            <a:r>
              <a:rPr lang="en-US" smtClean="0">
                <a:solidFill>
                  <a:srgbClr val="FF0000"/>
                </a:solidFill>
                <a:latin typeface="Lucida Calligraphy" charset="0"/>
                <a:ea typeface="Lucida Calligraphy" charset="0"/>
                <a:cs typeface="Lucida Calligraphy" charset="0"/>
                <a:sym typeface="Wingdings"/>
              </a:rPr>
              <a:t> Scope</a:t>
            </a:r>
            <a:endParaRPr lang="en-US">
              <a:solidFill>
                <a:srgbClr val="FF0000"/>
              </a:solidFill>
              <a:latin typeface="Lucida Calligraphy" charset="0"/>
              <a:ea typeface="Lucida Calligraphy" charset="0"/>
              <a:cs typeface="Lucida Calligraphy" charset="0"/>
            </a:endParaRPr>
          </a:p>
        </p:txBody>
      </p:sp>
      <p:sp>
        <p:nvSpPr>
          <p:cNvPr id="16" name="Oval 15"/>
          <p:cNvSpPr/>
          <p:nvPr/>
        </p:nvSpPr>
        <p:spPr bwMode="auto">
          <a:xfrm>
            <a:off x="7255081" y="3657600"/>
            <a:ext cx="288719" cy="618797"/>
          </a:xfrm>
          <a:prstGeom prst="ellipse">
            <a:avLst/>
          </a:prstGeom>
          <a:solidFill>
            <a:srgbClr val="00B050">
              <a:alpha val="41000"/>
            </a:srgbClr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sz="24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pitchFamily="-65" charset="0"/>
              <a:ea typeface="ＭＳ Ｐゴシック" pitchFamily="-65" charset="-128"/>
              <a:cs typeface="ＭＳ Ｐゴシック" pitchFamily="-65" charset="-128"/>
            </a:endParaRPr>
          </a:p>
        </p:txBody>
      </p:sp>
      <p:sp>
        <p:nvSpPr>
          <p:cNvPr id="18" name="Can 17"/>
          <p:cNvSpPr/>
          <p:nvPr/>
        </p:nvSpPr>
        <p:spPr bwMode="auto">
          <a:xfrm>
            <a:off x="8103383" y="2606566"/>
            <a:ext cx="643759" cy="509752"/>
          </a:xfrm>
          <a:prstGeom prst="can">
            <a:avLst/>
          </a:prstGeom>
          <a:solidFill>
            <a:schemeClr val="accent1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sz="1600" b="0" i="0" u="none" strike="noStrike" cap="none" normalizeH="0" baseline="0" dirty="0" smtClean="0">
                <a:ln>
                  <a:noFill/>
                </a:ln>
                <a:solidFill>
                  <a:schemeClr val="bg1"/>
                </a:solidFill>
                <a:effectLst/>
                <a:latin typeface="Arial" pitchFamily="-65" charset="0"/>
                <a:ea typeface="ＭＳ Ｐゴシック" pitchFamily="-65" charset="-128"/>
                <a:cs typeface="ＭＳ Ｐゴシック" pitchFamily="-65" charset="-128"/>
              </a:rPr>
              <a:t>FS</a:t>
            </a:r>
            <a:endParaRPr kumimoji="0" lang="en-US" sz="1600" b="0" i="0" u="none" strike="noStrike" cap="none" normalizeH="0" baseline="0" dirty="0">
              <a:ln>
                <a:noFill/>
              </a:ln>
              <a:solidFill>
                <a:schemeClr val="bg1"/>
              </a:solidFill>
              <a:effectLst/>
              <a:latin typeface="Arial" pitchFamily="-65" charset="0"/>
              <a:ea typeface="ＭＳ Ｐゴシック" pitchFamily="-65" charset="-128"/>
              <a:cs typeface="ＭＳ Ｐゴシック" pitchFamily="-65" charset="-128"/>
            </a:endParaRPr>
          </a:p>
        </p:txBody>
      </p:sp>
      <p:sp>
        <p:nvSpPr>
          <p:cNvPr id="19" name="Rounded Rectangle 18"/>
          <p:cNvSpPr/>
          <p:nvPr/>
        </p:nvSpPr>
        <p:spPr bwMode="auto">
          <a:xfrm>
            <a:off x="7998122" y="3570496"/>
            <a:ext cx="854281" cy="331470"/>
          </a:xfrm>
          <a:prstGeom prst="roundRect">
            <a:avLst/>
          </a:prstGeom>
          <a:solidFill>
            <a:schemeClr val="accent1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sz="1600" b="0" i="0" u="none" strike="noStrike" cap="none" normalizeH="0" baseline="0" smtClean="0">
                <a:ln>
                  <a:noFill/>
                </a:ln>
                <a:solidFill>
                  <a:schemeClr val="bg1"/>
                </a:solidFill>
                <a:effectLst/>
                <a:latin typeface="Arial" pitchFamily="-65" charset="0"/>
                <a:ea typeface="ＭＳ Ｐゴシック" pitchFamily="-65" charset="-128"/>
                <a:cs typeface="ＭＳ Ｐゴシック" pitchFamily="-65" charset="-128"/>
              </a:rPr>
              <a:t>Fabric</a:t>
            </a:r>
            <a:endParaRPr kumimoji="0" lang="en-US" sz="1600" b="0" i="0" u="none" strike="noStrike" cap="none" normalizeH="0" baseline="0">
              <a:ln>
                <a:noFill/>
              </a:ln>
              <a:solidFill>
                <a:schemeClr val="bg1"/>
              </a:solidFill>
              <a:effectLst/>
              <a:latin typeface="Arial" pitchFamily="-65" charset="0"/>
              <a:ea typeface="ＭＳ Ｐゴシック" pitchFamily="-65" charset="-128"/>
              <a:cs typeface="ＭＳ Ｐゴシック" pitchFamily="-65" charset="-128"/>
            </a:endParaRPr>
          </a:p>
        </p:txBody>
      </p:sp>
      <p:grpSp>
        <p:nvGrpSpPr>
          <p:cNvPr id="26" name="Group 25"/>
          <p:cNvGrpSpPr/>
          <p:nvPr/>
        </p:nvGrpSpPr>
        <p:grpSpPr>
          <a:xfrm>
            <a:off x="8374843" y="4158480"/>
            <a:ext cx="100838" cy="409951"/>
            <a:chOff x="8364918" y="3861562"/>
            <a:chExt cx="100838" cy="409951"/>
          </a:xfrm>
        </p:grpSpPr>
        <p:sp>
          <p:nvSpPr>
            <p:cNvPr id="20" name="Oval 19"/>
            <p:cNvSpPr/>
            <p:nvPr/>
          </p:nvSpPr>
          <p:spPr bwMode="auto">
            <a:xfrm>
              <a:off x="8364918" y="3861562"/>
              <a:ext cx="100838" cy="100838"/>
            </a:xfrm>
            <a:prstGeom prst="ellipse">
              <a:avLst/>
            </a:prstGeom>
            <a:solidFill>
              <a:schemeClr val="accent1"/>
            </a:solidFill>
            <a:ln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marL="0" marR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endParaRPr kumimoji="0" lang="en-US" sz="24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itchFamily="-65" charset="0"/>
                <a:ea typeface="ＭＳ Ｐゴシック" pitchFamily="-65" charset="-128"/>
                <a:cs typeface="ＭＳ Ｐゴシック" pitchFamily="-65" charset="-128"/>
              </a:endParaRPr>
            </a:p>
          </p:txBody>
        </p:sp>
        <p:sp>
          <p:nvSpPr>
            <p:cNvPr id="21" name="Oval 20"/>
            <p:cNvSpPr/>
            <p:nvPr/>
          </p:nvSpPr>
          <p:spPr bwMode="auto">
            <a:xfrm>
              <a:off x="8364918" y="4013962"/>
              <a:ext cx="100838" cy="100838"/>
            </a:xfrm>
            <a:prstGeom prst="ellipse">
              <a:avLst/>
            </a:prstGeom>
            <a:solidFill>
              <a:schemeClr val="accent1"/>
            </a:solidFill>
            <a:ln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marL="0" marR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endParaRPr kumimoji="0" lang="en-US" sz="24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itchFamily="-65" charset="0"/>
                <a:ea typeface="ＭＳ Ｐゴシック" pitchFamily="-65" charset="-128"/>
                <a:cs typeface="ＭＳ Ｐゴシック" pitchFamily="-65" charset="-128"/>
              </a:endParaRPr>
            </a:p>
          </p:txBody>
        </p:sp>
        <p:sp>
          <p:nvSpPr>
            <p:cNvPr id="25" name="Oval 24"/>
            <p:cNvSpPr/>
            <p:nvPr/>
          </p:nvSpPr>
          <p:spPr bwMode="auto">
            <a:xfrm>
              <a:off x="8364918" y="4170675"/>
              <a:ext cx="100838" cy="100838"/>
            </a:xfrm>
            <a:prstGeom prst="ellipse">
              <a:avLst/>
            </a:prstGeom>
            <a:solidFill>
              <a:schemeClr val="accent1"/>
            </a:solidFill>
            <a:ln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marL="0" marR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endParaRPr kumimoji="0" lang="en-US" sz="24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itchFamily="-65" charset="0"/>
                <a:ea typeface="ＭＳ Ｐゴシック" pitchFamily="-65" charset="-128"/>
                <a:cs typeface="ＭＳ Ｐゴシック" pitchFamily="-65" charset="-128"/>
              </a:endParaRPr>
            </a:p>
          </p:txBody>
        </p:sp>
      </p:grpSp>
      <p:sp>
        <p:nvSpPr>
          <p:cNvPr id="27" name="Rounded Rectangle 26"/>
          <p:cNvSpPr/>
          <p:nvPr/>
        </p:nvSpPr>
        <p:spPr bwMode="auto">
          <a:xfrm>
            <a:off x="7998122" y="4826482"/>
            <a:ext cx="854281" cy="331470"/>
          </a:xfrm>
          <a:prstGeom prst="roundRect">
            <a:avLst/>
          </a:prstGeom>
          <a:solidFill>
            <a:schemeClr val="accent1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sz="1600" b="0" i="0" u="none" strike="noStrike" cap="none" normalizeH="0" baseline="0" dirty="0" smtClean="0">
                <a:ln>
                  <a:noFill/>
                </a:ln>
                <a:solidFill>
                  <a:schemeClr val="bg1"/>
                </a:solidFill>
                <a:effectLst/>
                <a:latin typeface="Arial" pitchFamily="-65" charset="0"/>
                <a:ea typeface="ＭＳ Ｐゴシック" pitchFamily="-65" charset="-128"/>
                <a:cs typeface="ＭＳ Ｐゴシック" pitchFamily="-65" charset="-128"/>
              </a:rPr>
              <a:t>RAS</a:t>
            </a:r>
            <a:endParaRPr kumimoji="0" lang="en-US" sz="1600" b="0" i="0" u="none" strike="noStrike" cap="none" normalizeH="0" baseline="0" dirty="0">
              <a:ln>
                <a:noFill/>
              </a:ln>
              <a:solidFill>
                <a:schemeClr val="bg1"/>
              </a:solidFill>
              <a:effectLst/>
              <a:latin typeface="Arial" pitchFamily="-65" charset="0"/>
              <a:ea typeface="ＭＳ Ｐゴシック" pitchFamily="-65" charset="-128"/>
              <a:cs typeface="ＭＳ Ｐゴシック" pitchFamily="-65" charset="-128"/>
            </a:endParaRPr>
          </a:p>
        </p:txBody>
      </p:sp>
      <p:sp>
        <p:nvSpPr>
          <p:cNvPr id="28" name="Left Brace 27"/>
          <p:cNvSpPr/>
          <p:nvPr/>
        </p:nvSpPr>
        <p:spPr bwMode="auto">
          <a:xfrm>
            <a:off x="7543800" y="2514600"/>
            <a:ext cx="454322" cy="2895600"/>
          </a:xfrm>
          <a:prstGeom prst="leftBrace">
            <a:avLst/>
          </a:prstGeom>
          <a:noFill/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sz="24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pitchFamily="-65" charset="0"/>
              <a:ea typeface="ＭＳ Ｐゴシック" pitchFamily="-65" charset="-128"/>
              <a:cs typeface="ＭＳ Ｐゴシック" pitchFamily="-65" charset="-128"/>
            </a:endParaRPr>
          </a:p>
        </p:txBody>
      </p:sp>
      <p:sp>
        <p:nvSpPr>
          <p:cNvPr id="30" name="TextBox 29"/>
          <p:cNvSpPr txBox="1"/>
          <p:nvPr/>
        </p:nvSpPr>
        <p:spPr>
          <a:xfrm>
            <a:off x="1695390" y="3749097"/>
            <a:ext cx="800219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mtClean="0"/>
              <a:t>APP</a:t>
            </a:r>
            <a:endParaRPr lang="en-US"/>
          </a:p>
        </p:txBody>
      </p:sp>
      <p:sp>
        <p:nvSpPr>
          <p:cNvPr id="2" name="TextBox 1"/>
          <p:cNvSpPr txBox="1"/>
          <p:nvPr/>
        </p:nvSpPr>
        <p:spPr>
          <a:xfrm>
            <a:off x="5471064" y="2296635"/>
            <a:ext cx="2020105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600" smtClean="0">
                <a:solidFill>
                  <a:srgbClr val="FF0000"/>
                </a:solidFill>
                <a:latin typeface="Lucida Handwriting" charset="0"/>
                <a:ea typeface="Lucida Handwriting" charset="0"/>
                <a:cs typeface="Lucida Handwriting" charset="0"/>
              </a:rPr>
              <a:t>SMS Abstraction</a:t>
            </a:r>
            <a:endParaRPr lang="en-US" sz="1600">
              <a:solidFill>
                <a:srgbClr val="FF0000"/>
              </a:solidFill>
              <a:latin typeface="Lucida Handwriting" charset="0"/>
              <a:ea typeface="Lucida Handwriting" charset="0"/>
              <a:cs typeface="Lucida Handwriting" charset="0"/>
            </a:endParaRPr>
          </a:p>
        </p:txBody>
      </p:sp>
      <p:cxnSp>
        <p:nvCxnSpPr>
          <p:cNvPr id="17" name="Straight Arrow Connector 16"/>
          <p:cNvCxnSpPr>
            <a:stCxn id="2" idx="2"/>
          </p:cNvCxnSpPr>
          <p:nvPr/>
        </p:nvCxnSpPr>
        <p:spPr bwMode="auto">
          <a:xfrm>
            <a:off x="6481117" y="2635189"/>
            <a:ext cx="934093" cy="1344740"/>
          </a:xfrm>
          <a:prstGeom prst="straightConnector1">
            <a:avLst/>
          </a:prstGeom>
          <a:solidFill>
            <a:schemeClr val="accent1"/>
          </a:solidFill>
          <a:ln w="28575" cap="flat" cmpd="sng" algn="ctr">
            <a:solidFill>
              <a:srgbClr val="FF0000"/>
            </a:solidFill>
            <a:prstDash val="solid"/>
            <a:round/>
            <a:headEnd type="none" w="med" len="med"/>
            <a:tailEnd type="triangle"/>
          </a:ln>
          <a:effectLst/>
        </p:spPr>
      </p:cxnSp>
      <p:sp>
        <p:nvSpPr>
          <p:cNvPr id="22" name="TextBox 21"/>
          <p:cNvSpPr txBox="1"/>
          <p:nvPr/>
        </p:nvSpPr>
        <p:spPr>
          <a:xfrm>
            <a:off x="4597515" y="4372037"/>
            <a:ext cx="1632177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sz="1600" dirty="0" smtClean="0">
                <a:solidFill>
                  <a:srgbClr val="FF0000"/>
                </a:solidFill>
                <a:latin typeface="Lucida Handwriting" charset="0"/>
                <a:ea typeface="Lucida Handwriting" charset="0"/>
                <a:cs typeface="Lucida Handwriting" charset="0"/>
              </a:rPr>
              <a:t>Minimize</a:t>
            </a:r>
          </a:p>
          <a:p>
            <a:pPr algn="ctr"/>
            <a:r>
              <a:rPr lang="en-US" sz="1600" dirty="0" smtClean="0">
                <a:solidFill>
                  <a:srgbClr val="FF0000"/>
                </a:solidFill>
                <a:latin typeface="Lucida Handwriting" charset="0"/>
                <a:ea typeface="Lucida Handwriting" charset="0"/>
                <a:cs typeface="Lucida Handwriting" charset="0"/>
              </a:rPr>
              <a:t>Connectivity</a:t>
            </a:r>
            <a:endParaRPr lang="en-US" sz="1600" dirty="0">
              <a:solidFill>
                <a:srgbClr val="FF0000"/>
              </a:solidFill>
              <a:latin typeface="Lucida Handwriting" charset="0"/>
              <a:ea typeface="Lucida Handwriting" charset="0"/>
              <a:cs typeface="Lucida Handwriting" charset="0"/>
            </a:endParaRPr>
          </a:p>
        </p:txBody>
      </p:sp>
      <p:sp>
        <p:nvSpPr>
          <p:cNvPr id="23" name="TextBox 22"/>
          <p:cNvSpPr txBox="1"/>
          <p:nvPr/>
        </p:nvSpPr>
        <p:spPr>
          <a:xfrm>
            <a:off x="7818365" y="5410200"/>
            <a:ext cx="1213794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600" smtClean="0">
                <a:solidFill>
                  <a:srgbClr val="FF0000"/>
                </a:solidFill>
                <a:latin typeface="Lucida Handwriting" charset="0"/>
                <a:ea typeface="Lucida Handwriting" charset="0"/>
                <a:cs typeface="Lucida Handwriting" charset="0"/>
              </a:rPr>
              <a:t>On-Node</a:t>
            </a:r>
            <a:endParaRPr lang="en-US" sz="1600">
              <a:solidFill>
                <a:srgbClr val="FF0000"/>
              </a:solidFill>
              <a:latin typeface="Lucida Handwriting" charset="0"/>
              <a:ea typeface="Lucida Handwriting" charset="0"/>
              <a:cs typeface="Lucida Handwriting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788938455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0"/>
    </mc:Choice>
    <mc:Fallback>
      <p:transition/>
    </mc:Fallback>
  </mc:AlternateContent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Messenger not Doer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 smtClean="0"/>
              <a:t>Standardized APIs</a:t>
            </a:r>
          </a:p>
          <a:p>
            <a:pPr lvl="1"/>
            <a:r>
              <a:rPr lang="en-US" dirty="0" smtClean="0"/>
              <a:t>Four header files (client, server, common, tool)</a:t>
            </a:r>
          </a:p>
          <a:p>
            <a:pPr lvl="1"/>
            <a:r>
              <a:rPr lang="en-US" dirty="0" smtClean="0"/>
              <a:t>Enable portability across environments</a:t>
            </a:r>
          </a:p>
          <a:p>
            <a:pPr lvl="1"/>
            <a:r>
              <a:rPr lang="en-US" dirty="0" smtClean="0"/>
              <a:t>Support interactions between applications and system management stack</a:t>
            </a:r>
          </a:p>
          <a:p>
            <a:r>
              <a:rPr lang="en-US" dirty="0" smtClean="0"/>
              <a:t>Convenience library</a:t>
            </a:r>
          </a:p>
          <a:p>
            <a:pPr lvl="1"/>
            <a:r>
              <a:rPr lang="en-US" dirty="0" smtClean="0"/>
              <a:t>Facilitate adoption</a:t>
            </a:r>
          </a:p>
          <a:p>
            <a:pPr lvl="1"/>
            <a:r>
              <a:rPr lang="en-US" dirty="0" smtClean="0"/>
              <a:t>Serves as validation platform for standard</a:t>
            </a:r>
          </a:p>
          <a:p>
            <a:r>
              <a:rPr lang="en-US" dirty="0" smtClean="0"/>
              <a:t>Community</a:t>
            </a:r>
            <a:endParaRPr lang="en-US" dirty="0"/>
          </a:p>
        </p:txBody>
      </p:sp>
      <p:sp>
        <p:nvSpPr>
          <p:cNvPr id="4" name="Rectangle 3"/>
          <p:cNvSpPr/>
          <p:nvPr/>
        </p:nvSpPr>
        <p:spPr bwMode="auto">
          <a:xfrm>
            <a:off x="685800" y="1828799"/>
            <a:ext cx="8077200" cy="4876799"/>
          </a:xfrm>
          <a:prstGeom prst="rect">
            <a:avLst/>
          </a:prstGeom>
          <a:solidFill>
            <a:schemeClr val="bg1">
              <a:alpha val="62000"/>
            </a:schemeClr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sz="24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pitchFamily="-65" charset="0"/>
              <a:ea typeface="ＭＳ Ｐゴシック" pitchFamily="-65" charset="-128"/>
              <a:cs typeface="ＭＳ Ｐゴシック" pitchFamily="-65" charset="-128"/>
            </a:endParaRPr>
          </a:p>
        </p:txBody>
      </p:sp>
      <p:pic>
        <p:nvPicPr>
          <p:cNvPr id="6" name="Picture 5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540000" y="2552700"/>
            <a:ext cx="4064000" cy="2857500"/>
          </a:xfrm>
          <a:prstGeom prst="rect">
            <a:avLst/>
          </a:prstGeom>
        </p:spPr>
      </p:pic>
      <p:sp>
        <p:nvSpPr>
          <p:cNvPr id="14" name="Oval 13"/>
          <p:cNvSpPr/>
          <p:nvPr/>
        </p:nvSpPr>
        <p:spPr bwMode="auto">
          <a:xfrm>
            <a:off x="6202135" y="4800600"/>
            <a:ext cx="2514855" cy="1904999"/>
          </a:xfrm>
          <a:prstGeom prst="ellipse">
            <a:avLst/>
          </a:prstGeom>
          <a:solidFill>
            <a:srgbClr val="92D050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sz="2400" b="0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  <a:latin typeface="Arial" pitchFamily="-65" charset="0"/>
              <a:ea typeface="ＭＳ Ｐゴシック" pitchFamily="-65" charset="-128"/>
              <a:cs typeface="ＭＳ Ｐゴシック" pitchFamily="-65" charset="-128"/>
            </a:endParaRPr>
          </a:p>
          <a:p>
            <a:pPr marL="0" marR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sz="2400" b="0" i="0" u="none" strike="noStrike" cap="none" normalizeH="0" baseline="0" dirty="0">
              <a:ln>
                <a:noFill/>
              </a:ln>
              <a:solidFill>
                <a:schemeClr val="bg1"/>
              </a:solidFill>
              <a:effectLst/>
              <a:latin typeface="Arial" pitchFamily="-65" charset="0"/>
              <a:ea typeface="ＭＳ Ｐゴシック" pitchFamily="-65" charset="-128"/>
              <a:cs typeface="ＭＳ Ｐゴシック" pitchFamily="-65" charset="-128"/>
            </a:endParaRPr>
          </a:p>
        </p:txBody>
      </p:sp>
      <p:sp>
        <p:nvSpPr>
          <p:cNvPr id="7" name="Oval 6"/>
          <p:cNvSpPr/>
          <p:nvPr/>
        </p:nvSpPr>
        <p:spPr bwMode="auto">
          <a:xfrm>
            <a:off x="6642100" y="2743200"/>
            <a:ext cx="1816100" cy="1816100"/>
          </a:xfrm>
          <a:prstGeom prst="ellipse">
            <a:avLst/>
          </a:prstGeom>
          <a:solidFill>
            <a:schemeClr val="accent1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sz="2400" b="0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  <a:latin typeface="Arial" pitchFamily="-65" charset="0"/>
              <a:ea typeface="ＭＳ Ｐゴシック" pitchFamily="-65" charset="-128"/>
              <a:cs typeface="ＭＳ Ｐゴシック" pitchFamily="-65" charset="-128"/>
            </a:endParaRPr>
          </a:p>
          <a:p>
            <a:pPr marL="0" marR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sz="2400" b="0" i="0" u="none" strike="noStrike" cap="none" normalizeH="0" baseline="0" dirty="0" smtClean="0">
                <a:ln>
                  <a:noFill/>
                </a:ln>
                <a:solidFill>
                  <a:schemeClr val="bg1"/>
                </a:solidFill>
                <a:effectLst/>
                <a:latin typeface="Arial" pitchFamily="-65" charset="0"/>
                <a:ea typeface="ＭＳ Ｐゴシック" pitchFamily="-65" charset="-128"/>
                <a:cs typeface="ＭＳ Ｐゴシック" pitchFamily="-65" charset="-128"/>
              </a:rPr>
              <a:t>APP</a:t>
            </a:r>
            <a:endParaRPr kumimoji="0" lang="en-US" sz="2400" b="0" i="0" u="none" strike="noStrike" cap="none" normalizeH="0" baseline="0" dirty="0">
              <a:ln>
                <a:noFill/>
              </a:ln>
              <a:solidFill>
                <a:schemeClr val="bg1"/>
              </a:solidFill>
              <a:effectLst/>
              <a:latin typeface="Arial" pitchFamily="-65" charset="0"/>
              <a:ea typeface="ＭＳ Ｐゴシック" pitchFamily="-65" charset="-128"/>
              <a:cs typeface="ＭＳ Ｐゴシック" pitchFamily="-65" charset="-128"/>
            </a:endParaRPr>
          </a:p>
        </p:txBody>
      </p:sp>
      <p:sp>
        <p:nvSpPr>
          <p:cNvPr id="8" name="Oval 7"/>
          <p:cNvSpPr/>
          <p:nvPr/>
        </p:nvSpPr>
        <p:spPr bwMode="auto">
          <a:xfrm>
            <a:off x="304800" y="2743200"/>
            <a:ext cx="1816100" cy="1816100"/>
          </a:xfrm>
          <a:prstGeom prst="ellipse">
            <a:avLst/>
          </a:prstGeom>
          <a:solidFill>
            <a:srgbClr val="FF0000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sz="2400" b="0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  <a:latin typeface="Arial" pitchFamily="-65" charset="0"/>
              <a:ea typeface="ＭＳ Ｐゴシック" pitchFamily="-65" charset="-128"/>
              <a:cs typeface="ＭＳ Ｐゴシック" pitchFamily="-65" charset="-128"/>
            </a:endParaRPr>
          </a:p>
          <a:p>
            <a:pPr marL="0" marR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sz="2400" b="0" i="0" u="none" strike="noStrike" cap="none" normalizeH="0" baseline="0" dirty="0" smtClean="0">
                <a:ln>
                  <a:noFill/>
                </a:ln>
                <a:solidFill>
                  <a:schemeClr val="bg1"/>
                </a:solidFill>
                <a:effectLst/>
                <a:latin typeface="Arial" pitchFamily="-65" charset="0"/>
                <a:ea typeface="ＭＳ Ｐゴシック" pitchFamily="-65" charset="-128"/>
                <a:cs typeface="ＭＳ Ｐゴシック" pitchFamily="-65" charset="-128"/>
              </a:rPr>
              <a:t>SMS</a:t>
            </a:r>
            <a:endParaRPr kumimoji="0" lang="en-US" sz="2400" b="0" i="0" u="none" strike="noStrike" cap="none" normalizeH="0" baseline="0" dirty="0">
              <a:ln>
                <a:noFill/>
              </a:ln>
              <a:solidFill>
                <a:schemeClr val="bg1"/>
              </a:solidFill>
              <a:effectLst/>
              <a:latin typeface="Arial" pitchFamily="-65" charset="0"/>
              <a:ea typeface="ＭＳ Ｐゴシック" pitchFamily="-65" charset="-128"/>
              <a:cs typeface="ＭＳ Ｐゴシック" pitchFamily="-65" charset="-128"/>
            </a:endParaRPr>
          </a:p>
        </p:txBody>
      </p:sp>
      <p:sp>
        <p:nvSpPr>
          <p:cNvPr id="9" name="Left-Right Arrow 8"/>
          <p:cNvSpPr/>
          <p:nvPr/>
        </p:nvSpPr>
        <p:spPr bwMode="auto">
          <a:xfrm>
            <a:off x="5638800" y="3505200"/>
            <a:ext cx="965200" cy="342900"/>
          </a:xfrm>
          <a:prstGeom prst="leftRightArrow">
            <a:avLst/>
          </a:prstGeom>
          <a:solidFill>
            <a:srgbClr val="FFFF00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sz="24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pitchFamily="-65" charset="0"/>
              <a:ea typeface="ＭＳ Ｐゴシック" pitchFamily="-65" charset="-128"/>
              <a:cs typeface="ＭＳ Ｐゴシック" pitchFamily="-65" charset="-128"/>
            </a:endParaRPr>
          </a:p>
        </p:txBody>
      </p:sp>
      <p:sp>
        <p:nvSpPr>
          <p:cNvPr id="10" name="Left-Right Arrow 9"/>
          <p:cNvSpPr/>
          <p:nvPr/>
        </p:nvSpPr>
        <p:spPr bwMode="auto">
          <a:xfrm>
            <a:off x="2159000" y="3506514"/>
            <a:ext cx="965200" cy="342900"/>
          </a:xfrm>
          <a:prstGeom prst="leftRightArrow">
            <a:avLst/>
          </a:prstGeom>
          <a:solidFill>
            <a:srgbClr val="FFFF00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sz="24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pitchFamily="-65" charset="0"/>
              <a:ea typeface="ＭＳ Ｐゴシック" pitchFamily="-65" charset="-128"/>
              <a:cs typeface="ＭＳ Ｐゴシック" pitchFamily="-65" charset="-128"/>
            </a:endParaRPr>
          </a:p>
        </p:txBody>
      </p:sp>
      <p:pic>
        <p:nvPicPr>
          <p:cNvPr id="12" name="Picture 11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401842" y="4930920"/>
            <a:ext cx="2056358" cy="12731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 xmlns="">
                <a:solidFill>
                  <a:srgbClr val="00B8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 xmlns="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</p:pic>
      <p:sp>
        <p:nvSpPr>
          <p:cNvPr id="13" name="Left-Right Arrow 12"/>
          <p:cNvSpPr/>
          <p:nvPr/>
        </p:nvSpPr>
        <p:spPr bwMode="auto">
          <a:xfrm rot="1842669">
            <a:off x="4600918" y="4714088"/>
            <a:ext cx="2055155" cy="342900"/>
          </a:xfrm>
          <a:prstGeom prst="leftRightArrow">
            <a:avLst/>
          </a:prstGeom>
          <a:solidFill>
            <a:srgbClr val="FFFF00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sz="24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pitchFamily="-65" charset="0"/>
              <a:ea typeface="ＭＳ Ｐゴシック" pitchFamily="-65" charset="-128"/>
              <a:cs typeface="ＭＳ Ｐゴシック" pitchFamily="-65" charset="-128"/>
            </a:endParaRPr>
          </a:p>
        </p:txBody>
      </p:sp>
      <p:sp>
        <p:nvSpPr>
          <p:cNvPr id="5" name="TextBox 4"/>
          <p:cNvSpPr txBox="1"/>
          <p:nvPr/>
        </p:nvSpPr>
        <p:spPr>
          <a:xfrm>
            <a:off x="7084395" y="6166517"/>
            <a:ext cx="750334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mtClean="0"/>
              <a:t>Tool</a:t>
            </a: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5798177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0"/>
    </mc:Choice>
    <mc:Fallback>
      <p:transition/>
    </mc:Fallback>
  </mc:AlternateContent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err="1" smtClean="0"/>
              <a:t>PMIx</a:t>
            </a:r>
            <a:r>
              <a:rPr lang="en-US" dirty="0" smtClean="0"/>
              <a:t> “Standards” Process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sz="2800" dirty="0" smtClean="0"/>
              <a:t>Modifications/additions</a:t>
            </a:r>
          </a:p>
          <a:p>
            <a:pPr lvl="1"/>
            <a:r>
              <a:rPr lang="en-US" sz="2400" dirty="0" smtClean="0"/>
              <a:t>Proposed as RFC</a:t>
            </a:r>
          </a:p>
          <a:p>
            <a:pPr lvl="1"/>
            <a:r>
              <a:rPr lang="en-US" sz="2400" dirty="0" smtClean="0"/>
              <a:t>Include prototype implementation</a:t>
            </a:r>
          </a:p>
          <a:p>
            <a:pPr lvl="2"/>
            <a:r>
              <a:rPr lang="en-US" sz="2000" dirty="0" smtClean="0"/>
              <a:t>Pull request to convenience library</a:t>
            </a:r>
          </a:p>
          <a:p>
            <a:pPr lvl="1"/>
            <a:r>
              <a:rPr lang="en-US" sz="2400" dirty="0" smtClean="0"/>
              <a:t>Notification sent to mailing list</a:t>
            </a:r>
          </a:p>
          <a:p>
            <a:r>
              <a:rPr lang="en-US" sz="2800" dirty="0" smtClean="0"/>
              <a:t>Reviews conducted</a:t>
            </a:r>
          </a:p>
          <a:p>
            <a:pPr lvl="1"/>
            <a:r>
              <a:rPr lang="en-US" sz="2400" dirty="0" smtClean="0"/>
              <a:t>RFC and implementation</a:t>
            </a:r>
          </a:p>
          <a:p>
            <a:pPr lvl="1"/>
            <a:r>
              <a:rPr lang="en-US" sz="2400" dirty="0" smtClean="0"/>
              <a:t>Continues until consensus emerges</a:t>
            </a:r>
          </a:p>
          <a:p>
            <a:r>
              <a:rPr lang="en-US" sz="2800" dirty="0" smtClean="0"/>
              <a:t>Approval given</a:t>
            </a:r>
          </a:p>
          <a:p>
            <a:pPr lvl="1"/>
            <a:r>
              <a:rPr lang="en-US" sz="2400" dirty="0" smtClean="0"/>
              <a:t>Developer </a:t>
            </a:r>
            <a:r>
              <a:rPr lang="en-US" sz="2400" dirty="0" err="1" smtClean="0"/>
              <a:t>telecon</a:t>
            </a:r>
            <a:r>
              <a:rPr lang="en-US" sz="2400" dirty="0" smtClean="0"/>
              <a:t> (2x/week)</a:t>
            </a:r>
          </a:p>
        </p:txBody>
      </p:sp>
    </p:spTree>
    <p:extLst>
      <p:ext uri="{BB962C8B-B14F-4D97-AF65-F5344CB8AC3E}">
        <p14:creationId xmlns:p14="http://schemas.microsoft.com/office/powerpoint/2010/main" val="1673120130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0"/>
    </mc:Choice>
    <mc:Fallback>
      <p:transition/>
    </mc:Fallback>
  </mc:AlternateContent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Philosophy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sz="2800" dirty="0" smtClean="0"/>
              <a:t>Generalized APIs</a:t>
            </a:r>
          </a:p>
          <a:p>
            <a:pPr lvl="1"/>
            <a:r>
              <a:rPr lang="en-US" sz="2400" dirty="0" smtClean="0"/>
              <a:t>Few hard parameters</a:t>
            </a:r>
          </a:p>
          <a:p>
            <a:pPr lvl="1"/>
            <a:r>
              <a:rPr lang="en-US" sz="2400" dirty="0" smtClean="0"/>
              <a:t>“Info” arrays to pass information, specify directives</a:t>
            </a:r>
          </a:p>
          <a:p>
            <a:r>
              <a:rPr lang="en-US" sz="2800" dirty="0" smtClean="0"/>
              <a:t>Easily extended</a:t>
            </a:r>
          </a:p>
          <a:p>
            <a:pPr lvl="1"/>
            <a:r>
              <a:rPr lang="en-US" sz="2400" dirty="0" smtClean="0"/>
              <a:t>Add “keys” instead of modifying API</a:t>
            </a:r>
          </a:p>
          <a:p>
            <a:r>
              <a:rPr lang="en-US" sz="2800" dirty="0" err="1" smtClean="0"/>
              <a:t>Async</a:t>
            </a:r>
            <a:r>
              <a:rPr lang="en-US" sz="2800" dirty="0" smtClean="0"/>
              <a:t> operations</a:t>
            </a:r>
          </a:p>
          <a:p>
            <a:r>
              <a:rPr lang="en-US" sz="2800" dirty="0" smtClean="0"/>
              <a:t>Thread </a:t>
            </a:r>
            <a:r>
              <a:rPr lang="en-US" sz="2800" dirty="0" smtClean="0"/>
              <a:t>safe</a:t>
            </a:r>
          </a:p>
          <a:p>
            <a:r>
              <a:rPr lang="en-US" sz="2800" dirty="0" smtClean="0"/>
              <a:t>SMS always has right to say “not supported”</a:t>
            </a:r>
          </a:p>
          <a:p>
            <a:pPr lvl="1"/>
            <a:r>
              <a:rPr lang="en-US" sz="2400" dirty="0" smtClean="0"/>
              <a:t>Allow each backend to evaluate what and when to support something</a:t>
            </a:r>
            <a:endParaRPr lang="en-US" sz="2400" dirty="0"/>
          </a:p>
        </p:txBody>
      </p:sp>
    </p:spTree>
    <p:extLst>
      <p:ext uri="{BB962C8B-B14F-4D97-AF65-F5344CB8AC3E}">
        <p14:creationId xmlns:p14="http://schemas.microsoft.com/office/powerpoint/2010/main" val="211392007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0"/>
    </mc:Choice>
    <mc:Fallback>
      <p:transition/>
    </mc:Fallback>
  </mc:AlternateContent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RM Adoption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sz="2800" dirty="0" smtClean="0"/>
              <a:t>Already released</a:t>
            </a:r>
          </a:p>
          <a:p>
            <a:pPr lvl="1"/>
            <a:r>
              <a:rPr lang="en-US" sz="2400" dirty="0" smtClean="0"/>
              <a:t>SLURM 16.05 (PMIx v1.1.5)</a:t>
            </a:r>
          </a:p>
          <a:p>
            <a:pPr lvl="1"/>
            <a:r>
              <a:rPr lang="en-US" sz="2400" dirty="0" smtClean="0"/>
              <a:t>IBM-CORAL</a:t>
            </a:r>
          </a:p>
          <a:p>
            <a:r>
              <a:rPr lang="en-US" sz="2800" dirty="0" smtClean="0"/>
              <a:t>Planned (2017)</a:t>
            </a:r>
          </a:p>
          <a:p>
            <a:pPr lvl="1"/>
            <a:r>
              <a:rPr lang="en-US" sz="2400" dirty="0" smtClean="0"/>
              <a:t>IBM-LSF, Fujitsu, Adaptive Solutions, Altair, Microsoft</a:t>
            </a:r>
          </a:p>
          <a:p>
            <a:r>
              <a:rPr lang="en-US" sz="2800" dirty="0" smtClean="0"/>
              <a:t>Reference server</a:t>
            </a:r>
          </a:p>
          <a:p>
            <a:pPr lvl="1"/>
            <a:r>
              <a:rPr lang="en-US" sz="2400" dirty="0" smtClean="0"/>
              <a:t>Provides surrogate support until native support becomes available</a:t>
            </a:r>
          </a:p>
          <a:p>
            <a:pPr lvl="1"/>
            <a:r>
              <a:rPr lang="en-US" sz="2400" dirty="0" smtClean="0"/>
              <a:t>Supports full PMIx standard, limited by RM capabilities</a:t>
            </a:r>
          </a:p>
        </p:txBody>
      </p:sp>
    </p:spTree>
    <p:extLst>
      <p:ext uri="{BB962C8B-B14F-4D97-AF65-F5344CB8AC3E}">
        <p14:creationId xmlns:p14="http://schemas.microsoft.com/office/powerpoint/2010/main" val="847509156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0"/>
    </mc:Choice>
    <mc:Fallback>
      <p:transition/>
    </mc:Fallback>
  </mc:AlternateContent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Current Support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sz="2400" dirty="0" smtClean="0"/>
              <a:t>Typical startup operations</a:t>
            </a:r>
          </a:p>
          <a:p>
            <a:pPr lvl="1"/>
            <a:r>
              <a:rPr lang="en-US" sz="2000" dirty="0" smtClean="0"/>
              <a:t>Put, get, commit, barrier, spawn, [dis]connect, publish/lookup</a:t>
            </a:r>
          </a:p>
          <a:p>
            <a:r>
              <a:rPr lang="en-US" sz="2400" dirty="0" smtClean="0"/>
              <a:t>Tool connections</a:t>
            </a:r>
          </a:p>
          <a:p>
            <a:pPr lvl="1"/>
            <a:r>
              <a:rPr lang="en-US" sz="2000" dirty="0" smtClean="0"/>
              <a:t>Debugger, job submission, query</a:t>
            </a:r>
          </a:p>
          <a:p>
            <a:r>
              <a:rPr lang="en-US" sz="2400" dirty="0"/>
              <a:t>Generalized query support</a:t>
            </a:r>
          </a:p>
          <a:p>
            <a:pPr lvl="1"/>
            <a:r>
              <a:rPr lang="en-US" sz="2000" dirty="0"/>
              <a:t>Job status, layout, system data, resource availability</a:t>
            </a:r>
          </a:p>
          <a:p>
            <a:r>
              <a:rPr lang="en-US" sz="2400" dirty="0" smtClean="0"/>
              <a:t>Event notification</a:t>
            </a:r>
          </a:p>
          <a:p>
            <a:pPr lvl="1"/>
            <a:r>
              <a:rPr lang="en-US" sz="2000" dirty="0" smtClean="0"/>
              <a:t>App, system generated</a:t>
            </a:r>
          </a:p>
          <a:p>
            <a:pPr lvl="1"/>
            <a:r>
              <a:rPr lang="en-US" sz="2000" dirty="0" smtClean="0"/>
              <a:t>Subscribe, chained</a:t>
            </a:r>
          </a:p>
          <a:p>
            <a:pPr lvl="1"/>
            <a:r>
              <a:rPr lang="en-US" sz="2000" dirty="0" smtClean="0"/>
              <a:t>Pre-emption, failures, timeout warning, </a:t>
            </a:r>
            <a:r>
              <a:rPr lang="mr-IN" sz="2000" dirty="0" smtClean="0"/>
              <a:t>…</a:t>
            </a:r>
            <a:endParaRPr lang="en-US" sz="2000" dirty="0" smtClean="0"/>
          </a:p>
          <a:p>
            <a:r>
              <a:rPr lang="en-US" sz="2400" dirty="0" smtClean="0"/>
              <a:t>Logging</a:t>
            </a:r>
          </a:p>
          <a:p>
            <a:pPr lvl="1"/>
            <a:r>
              <a:rPr lang="en-US" sz="2000" dirty="0" smtClean="0"/>
              <a:t>Status reports, error output</a:t>
            </a:r>
            <a:endParaRPr lang="en-US" sz="2000" dirty="0"/>
          </a:p>
        </p:txBody>
      </p:sp>
    </p:spTree>
    <p:extLst>
      <p:ext uri="{BB962C8B-B14F-4D97-AF65-F5344CB8AC3E}">
        <p14:creationId xmlns:p14="http://schemas.microsoft.com/office/powerpoint/2010/main" val="496283565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0"/>
    </mc:Choice>
    <mc:Fallback>
      <p:transition/>
    </mc:Fallback>
  </mc:AlternateContent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In Pipeline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sz="2800" dirty="0" smtClean="0"/>
              <a:t>Network support</a:t>
            </a:r>
          </a:p>
          <a:p>
            <a:pPr lvl="1"/>
            <a:r>
              <a:rPr lang="en-US" sz="2400" dirty="0" smtClean="0"/>
              <a:t>Security keys, pre-spawn local driver setup, fabric topology and status, traffic reports</a:t>
            </a:r>
          </a:p>
          <a:p>
            <a:r>
              <a:rPr lang="en-US" sz="2800" dirty="0" smtClean="0"/>
              <a:t>Obsolescence protection</a:t>
            </a:r>
          </a:p>
          <a:p>
            <a:pPr lvl="1"/>
            <a:r>
              <a:rPr lang="en-US" sz="2400" dirty="0" smtClean="0"/>
              <a:t>Automatic cross-version communication compatibility</a:t>
            </a:r>
          </a:p>
          <a:p>
            <a:r>
              <a:rPr lang="en-US" sz="2800" dirty="0" smtClean="0">
                <a:solidFill>
                  <a:schemeClr val="accent1"/>
                </a:solidFill>
              </a:rPr>
              <a:t>Flexible allocations</a:t>
            </a:r>
          </a:p>
          <a:p>
            <a:pPr lvl="1"/>
            <a:r>
              <a:rPr lang="en-US" sz="2400" dirty="0" smtClean="0">
                <a:solidFill>
                  <a:schemeClr val="accent1"/>
                </a:solidFill>
              </a:rPr>
              <a:t>Release resources, request resources</a:t>
            </a:r>
          </a:p>
          <a:p>
            <a:r>
              <a:rPr lang="en-US" sz="2800" dirty="0" smtClean="0">
                <a:solidFill>
                  <a:schemeClr val="accent1"/>
                </a:solidFill>
              </a:rPr>
              <a:t>Job control</a:t>
            </a:r>
          </a:p>
          <a:p>
            <a:pPr lvl="1"/>
            <a:r>
              <a:rPr lang="en-US" sz="2400" dirty="0" smtClean="0">
                <a:solidFill>
                  <a:schemeClr val="accent1"/>
                </a:solidFill>
              </a:rPr>
              <a:t>Pause, kill, signal, </a:t>
            </a:r>
            <a:r>
              <a:rPr lang="en-US" sz="2400" dirty="0" smtClean="0">
                <a:solidFill>
                  <a:schemeClr val="accent1"/>
                </a:solidFill>
              </a:rPr>
              <a:t>heartbeat, resilience support</a:t>
            </a:r>
            <a:endParaRPr lang="en-US" sz="2400" dirty="0" smtClean="0">
              <a:solidFill>
                <a:schemeClr val="accent1"/>
              </a:solidFill>
            </a:endParaRPr>
          </a:p>
          <a:p>
            <a:r>
              <a:rPr lang="en-US" sz="2800" dirty="0" smtClean="0">
                <a:solidFill>
                  <a:schemeClr val="accent1"/>
                </a:solidFill>
              </a:rPr>
              <a:t>Generalized data store</a:t>
            </a:r>
            <a:endParaRPr lang="en-US" sz="2800" dirty="0">
              <a:solidFill>
                <a:schemeClr val="accent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856830773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0"/>
    </mc:Choice>
    <mc:Fallback>
      <p:transition/>
    </mc:Fallback>
  </mc:AlternateContent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Launch Scaling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sz="2800" dirty="0" smtClean="0">
                <a:solidFill>
                  <a:schemeClr val="accent1"/>
                </a:solidFill>
              </a:rPr>
              <a:t>Eliminate initialization collectives</a:t>
            </a:r>
          </a:p>
          <a:p>
            <a:pPr lvl="1"/>
            <a:r>
              <a:rPr lang="en-US" sz="2400" dirty="0" smtClean="0">
                <a:solidFill>
                  <a:schemeClr val="accent1"/>
                </a:solidFill>
              </a:rPr>
              <a:t>Stage I</a:t>
            </a:r>
          </a:p>
          <a:p>
            <a:pPr lvl="2"/>
            <a:r>
              <a:rPr lang="en-US" sz="2000" dirty="0" smtClean="0">
                <a:solidFill>
                  <a:schemeClr val="accent1"/>
                </a:solidFill>
              </a:rPr>
              <a:t>RM has info </a:t>
            </a:r>
            <a:r>
              <a:rPr lang="mr-IN" sz="2000" dirty="0" smtClean="0">
                <a:solidFill>
                  <a:schemeClr val="accent1"/>
                </a:solidFill>
              </a:rPr>
              <a:t>–</a:t>
            </a:r>
            <a:r>
              <a:rPr lang="en-US" sz="2000" dirty="0" smtClean="0">
                <a:solidFill>
                  <a:schemeClr val="accent1"/>
                </a:solidFill>
              </a:rPr>
              <a:t> provide it at startup</a:t>
            </a:r>
          </a:p>
          <a:p>
            <a:pPr lvl="2"/>
            <a:r>
              <a:rPr lang="en-US" sz="2000" dirty="0" smtClean="0">
                <a:solidFill>
                  <a:schemeClr val="accent1"/>
                </a:solidFill>
              </a:rPr>
              <a:t>Fetch info at first message</a:t>
            </a:r>
          </a:p>
          <a:p>
            <a:pPr lvl="1"/>
            <a:r>
              <a:rPr lang="en-US" sz="2400" dirty="0" smtClean="0">
                <a:solidFill>
                  <a:schemeClr val="accent1"/>
                </a:solidFill>
              </a:rPr>
              <a:t>Stage II</a:t>
            </a:r>
          </a:p>
          <a:p>
            <a:pPr lvl="2"/>
            <a:r>
              <a:rPr lang="en-US" sz="2000" dirty="0" smtClean="0">
                <a:solidFill>
                  <a:schemeClr val="accent1"/>
                </a:solidFill>
              </a:rPr>
              <a:t>Compute endpoints from RM info</a:t>
            </a:r>
          </a:p>
          <a:p>
            <a:pPr lvl="1"/>
            <a:r>
              <a:rPr lang="en-US" sz="2400" dirty="0" smtClean="0">
                <a:solidFill>
                  <a:schemeClr val="accent1"/>
                </a:solidFill>
              </a:rPr>
              <a:t>Stage III</a:t>
            </a:r>
          </a:p>
          <a:p>
            <a:pPr lvl="2"/>
            <a:r>
              <a:rPr lang="en-US" sz="2000" dirty="0" smtClean="0">
                <a:solidFill>
                  <a:schemeClr val="accent1"/>
                </a:solidFill>
              </a:rPr>
              <a:t>Correctly recover from unexpected messages prior to local process start</a:t>
            </a:r>
          </a:p>
          <a:p>
            <a:pPr lvl="2"/>
            <a:r>
              <a:rPr lang="en-US" sz="2000" dirty="0" smtClean="0">
                <a:solidFill>
                  <a:schemeClr val="accent1"/>
                </a:solidFill>
              </a:rPr>
              <a:t>Use fabric for launch message</a:t>
            </a:r>
          </a:p>
          <a:p>
            <a:r>
              <a:rPr lang="en-US" sz="2800" dirty="0" smtClean="0">
                <a:solidFill>
                  <a:srgbClr val="FF0000"/>
                </a:solidFill>
              </a:rPr>
              <a:t>Executable/library pre-staging</a:t>
            </a:r>
          </a:p>
          <a:p>
            <a:pPr lvl="1"/>
            <a:r>
              <a:rPr lang="en-US" sz="2400" dirty="0" smtClean="0">
                <a:solidFill>
                  <a:srgbClr val="FF0000"/>
                </a:solidFill>
              </a:rPr>
              <a:t>File system cache to switch-local NVRAM</a:t>
            </a:r>
          </a:p>
        </p:txBody>
      </p:sp>
      <p:sp>
        <p:nvSpPr>
          <p:cNvPr id="2" name="TextBox 1"/>
          <p:cNvSpPr txBox="1"/>
          <p:nvPr/>
        </p:nvSpPr>
        <p:spPr>
          <a:xfrm>
            <a:off x="6101179" y="5377070"/>
            <a:ext cx="2752677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800" i="1" dirty="0" smtClean="0">
                <a:solidFill>
                  <a:srgbClr val="FF0000"/>
                </a:solidFill>
                <a:latin typeface="Lucida Handwriting" charset="0"/>
                <a:ea typeface="Lucida Handwriting" charset="0"/>
                <a:cs typeface="Lucida Handwriting" charset="0"/>
              </a:rPr>
              <a:t>Where we came in</a:t>
            </a:r>
            <a:r>
              <a:rPr lang="mr-IN" sz="1800" i="1" dirty="0" smtClean="0">
                <a:solidFill>
                  <a:srgbClr val="FF0000"/>
                </a:solidFill>
                <a:latin typeface="Lucida Handwriting" charset="0"/>
                <a:ea typeface="Lucida Handwriting" charset="0"/>
                <a:cs typeface="Lucida Handwriting" charset="0"/>
              </a:rPr>
              <a:t>…</a:t>
            </a:r>
            <a:endParaRPr lang="en-US" sz="1800" i="1" dirty="0">
              <a:solidFill>
                <a:srgbClr val="FF0000"/>
              </a:solidFill>
              <a:latin typeface="Lucida Handwriting" charset="0"/>
              <a:ea typeface="Lucida Handwriting" charset="0"/>
              <a:cs typeface="Lucida Handwriting" charset="0"/>
            </a:endParaRPr>
          </a:p>
        </p:txBody>
      </p:sp>
      <p:cxnSp>
        <p:nvCxnSpPr>
          <p:cNvPr id="6" name="Straight Arrow Connector 5"/>
          <p:cNvCxnSpPr/>
          <p:nvPr/>
        </p:nvCxnSpPr>
        <p:spPr bwMode="auto">
          <a:xfrm flipH="1">
            <a:off x="5734879" y="5746402"/>
            <a:ext cx="854764" cy="316468"/>
          </a:xfrm>
          <a:prstGeom prst="straightConnector1">
            <a:avLst/>
          </a:prstGeom>
          <a:solidFill>
            <a:schemeClr val="accent1"/>
          </a:solidFill>
          <a:ln w="19050" cap="flat" cmpd="sng" algn="ctr">
            <a:solidFill>
              <a:srgbClr val="FF0000"/>
            </a:solidFill>
            <a:prstDash val="solid"/>
            <a:round/>
            <a:headEnd type="none" w="med" len="med"/>
            <a:tailEnd type="triangle"/>
          </a:ln>
          <a:effectLst/>
        </p:spPr>
      </p:cxnSp>
      <p:sp>
        <p:nvSpPr>
          <p:cNvPr id="10" name="TextBox 9"/>
          <p:cNvSpPr txBox="1"/>
          <p:nvPr/>
        </p:nvSpPr>
        <p:spPr>
          <a:xfrm>
            <a:off x="6670529" y="2679605"/>
            <a:ext cx="1613976" cy="923330"/>
          </a:xfrm>
          <a:prstGeom prst="rect">
            <a:avLst/>
          </a:prstGeom>
          <a:noFill/>
          <a:ln>
            <a:solidFill>
              <a:schemeClr val="accent1"/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lang="en-US" sz="1800" dirty="0" smtClean="0">
                <a:solidFill>
                  <a:schemeClr val="accent1"/>
                </a:solidFill>
                <a:latin typeface="Lucida Handwriting" charset="0"/>
                <a:ea typeface="Lucida Handwriting" charset="0"/>
                <a:cs typeface="Lucida Handwriting" charset="0"/>
              </a:rPr>
              <a:t>Complete </a:t>
            </a:r>
            <a:r>
              <a:rPr lang="en-US" sz="1800" smtClean="0">
                <a:solidFill>
                  <a:schemeClr val="accent1"/>
                </a:solidFill>
                <a:latin typeface="Lucida Handwriting" charset="0"/>
                <a:ea typeface="Lucida Handwriting" charset="0"/>
                <a:cs typeface="Lucida Handwriting" charset="0"/>
              </a:rPr>
              <a:t>or Scheduled</a:t>
            </a:r>
            <a:endParaRPr lang="en-US" sz="1800">
              <a:solidFill>
                <a:schemeClr val="accent1"/>
              </a:solidFill>
              <a:latin typeface="Lucida Handwriting" charset="0"/>
              <a:ea typeface="Lucida Handwriting" charset="0"/>
              <a:cs typeface="Lucida Handwriting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836450430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0"/>
    </mc:Choice>
    <mc:Fallback>
      <p:transition/>
    </mc:Fallback>
  </mc:AlternateContent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Baseline Vision</a:t>
            </a:r>
            <a:endParaRPr lang="en-US" dirty="0"/>
          </a:p>
        </p:txBody>
      </p:sp>
      <p:sp>
        <p:nvSpPr>
          <p:cNvPr id="5" name="Content Placeholder 4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 smtClean="0"/>
              <a:t>Tiered storage</a:t>
            </a:r>
          </a:p>
          <a:p>
            <a:pPr lvl="1"/>
            <a:r>
              <a:rPr lang="en-US" dirty="0" smtClean="0"/>
              <a:t>Parallel file system</a:t>
            </a:r>
          </a:p>
          <a:p>
            <a:pPr lvl="1"/>
            <a:r>
              <a:rPr lang="en-US" dirty="0" smtClean="0"/>
              <a:t>Caches at IO server, switches, cabinets, </a:t>
            </a:r>
            <a:r>
              <a:rPr lang="mr-IN" dirty="0" smtClean="0"/>
              <a:t>…</a:t>
            </a:r>
            <a:endParaRPr lang="en-US" dirty="0" smtClean="0"/>
          </a:p>
          <a:p>
            <a:pPr lvl="1"/>
            <a:r>
              <a:rPr lang="en-US" dirty="0" smtClean="0"/>
              <a:t>Caches hold images, files, executables, libraries, checkpoints</a:t>
            </a:r>
          </a:p>
          <a:p>
            <a:r>
              <a:rPr lang="en-US" dirty="0" smtClean="0"/>
              <a:t>Bits flow in all directions</a:t>
            </a:r>
          </a:p>
          <a:p>
            <a:pPr lvl="1"/>
            <a:r>
              <a:rPr lang="en-US" dirty="0" smtClean="0"/>
              <a:t>Stage locations prior to launch</a:t>
            </a:r>
          </a:p>
          <a:p>
            <a:pPr lvl="1"/>
            <a:r>
              <a:rPr lang="en-US" dirty="0" smtClean="0"/>
              <a:t>Movement in response to faults, dynamic workflow, computational stages</a:t>
            </a:r>
          </a:p>
          <a:p>
            <a:pPr lvl="1"/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086758719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0"/>
    </mc:Choice>
    <mc:Fallback>
      <p:transition/>
    </mc:Fallback>
  </mc:AlternateContent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28" name="Straight Connector 27"/>
          <p:cNvCxnSpPr>
            <a:stCxn id="7" idx="6"/>
          </p:cNvCxnSpPr>
          <p:nvPr/>
        </p:nvCxnSpPr>
        <p:spPr bwMode="auto">
          <a:xfrm flipV="1">
            <a:off x="2332997" y="3886200"/>
            <a:ext cx="1590198" cy="609600"/>
          </a:xfrm>
          <a:prstGeom prst="line">
            <a:avLst/>
          </a:prstGeom>
          <a:solidFill>
            <a:schemeClr val="accent1"/>
          </a:solidFill>
          <a:ln w="38100" cap="flat" cmpd="sng" algn="ctr">
            <a:solidFill>
              <a:schemeClr val="accent1"/>
            </a:solidFill>
            <a:prstDash val="solid"/>
            <a:round/>
            <a:headEnd type="none" w="med" len="med"/>
            <a:tailEnd type="none" w="med" len="med"/>
          </a:ln>
          <a:effectLst/>
        </p:spPr>
      </p:cxnSp>
      <p:sp>
        <p:nvSpPr>
          <p:cNvPr id="7" name="Oval 6"/>
          <p:cNvSpPr/>
          <p:nvPr/>
        </p:nvSpPr>
        <p:spPr>
          <a:xfrm>
            <a:off x="427997" y="3543300"/>
            <a:ext cx="1905000" cy="1905000"/>
          </a:xfrm>
          <a:prstGeom prst="ellipse">
            <a:avLst/>
          </a:prstGeom>
          <a:pattFill prst="smCheck">
            <a:fgClr>
              <a:srgbClr val="FF6600"/>
            </a:fgClr>
            <a:bgClr>
              <a:prstClr val="white"/>
            </a:bgClr>
          </a:patt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800" dirty="0" smtClean="0">
                <a:solidFill>
                  <a:schemeClr val="tx1"/>
                </a:solidFill>
              </a:rPr>
              <a:t>Monitoring</a:t>
            </a:r>
            <a:endParaRPr lang="en-US" sz="1800" dirty="0">
              <a:solidFill>
                <a:schemeClr val="tx1"/>
              </a:solidFill>
            </a:endParaRPr>
          </a:p>
        </p:txBody>
      </p:sp>
      <p:pic>
        <p:nvPicPr>
          <p:cNvPr id="8" name="Picture 7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858000" y="5257800"/>
            <a:ext cx="2056358" cy="12731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="" xmlns:a14="http://schemas.microsoft.com/office/drawing/2010/main">
                <a:solidFill>
                  <a:srgbClr val="00B8FF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=""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</p:pic>
      <p:sp>
        <p:nvSpPr>
          <p:cNvPr id="9" name="Oval 8"/>
          <p:cNvSpPr/>
          <p:nvPr/>
        </p:nvSpPr>
        <p:spPr>
          <a:xfrm>
            <a:off x="5715000" y="4114800"/>
            <a:ext cx="1447800" cy="1447800"/>
          </a:xfrm>
          <a:prstGeom prst="ellipse">
            <a:avLst/>
          </a:prstGeom>
          <a:solidFill>
            <a:srgbClr val="FFFF00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800" dirty="0" smtClean="0">
                <a:solidFill>
                  <a:srgbClr val="000000"/>
                </a:solidFill>
              </a:rPr>
              <a:t>Console</a:t>
            </a:r>
            <a:endParaRPr lang="en-US" sz="1800" dirty="0">
              <a:solidFill>
                <a:srgbClr val="000000"/>
              </a:solidFill>
            </a:endParaRPr>
          </a:p>
        </p:txBody>
      </p:sp>
      <p:cxnSp>
        <p:nvCxnSpPr>
          <p:cNvPr id="11" name="Straight Connector 10"/>
          <p:cNvCxnSpPr>
            <a:stCxn id="9" idx="5"/>
          </p:cNvCxnSpPr>
          <p:nvPr/>
        </p:nvCxnSpPr>
        <p:spPr>
          <a:xfrm>
            <a:off x="6950775" y="5350575"/>
            <a:ext cx="288225" cy="440625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3" name="Can 12"/>
          <p:cNvSpPr/>
          <p:nvPr/>
        </p:nvSpPr>
        <p:spPr>
          <a:xfrm>
            <a:off x="3923195" y="5334000"/>
            <a:ext cx="914400" cy="1295400"/>
          </a:xfrm>
          <a:prstGeom prst="can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 smtClean="0"/>
              <a:t>DB</a:t>
            </a:r>
            <a:endParaRPr lang="en-US" dirty="0"/>
          </a:p>
        </p:txBody>
      </p:sp>
      <p:cxnSp>
        <p:nvCxnSpPr>
          <p:cNvPr id="15" name="Straight Connector 14"/>
          <p:cNvCxnSpPr>
            <a:stCxn id="6" idx="4"/>
            <a:endCxn id="13" idx="1"/>
          </p:cNvCxnSpPr>
          <p:nvPr/>
        </p:nvCxnSpPr>
        <p:spPr>
          <a:xfrm flipH="1">
            <a:off x="4380395" y="4950791"/>
            <a:ext cx="1" cy="383209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7" name="Straight Connector 16"/>
          <p:cNvCxnSpPr>
            <a:stCxn id="7" idx="5"/>
            <a:endCxn id="13" idx="2"/>
          </p:cNvCxnSpPr>
          <p:nvPr/>
        </p:nvCxnSpPr>
        <p:spPr>
          <a:xfrm>
            <a:off x="2054016" y="5169319"/>
            <a:ext cx="1869179" cy="812381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9" name="Straight Connector 18"/>
          <p:cNvCxnSpPr>
            <a:stCxn id="9" idx="3"/>
            <a:endCxn id="13" idx="4"/>
          </p:cNvCxnSpPr>
          <p:nvPr/>
        </p:nvCxnSpPr>
        <p:spPr>
          <a:xfrm flipH="1">
            <a:off x="4837595" y="5350575"/>
            <a:ext cx="1089430" cy="631125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pic>
        <p:nvPicPr>
          <p:cNvPr id="20" name="Picture 19"/>
          <p:cNvPicPr>
            <a:picLocks noChangeAspect="1"/>
          </p:cNvPicPr>
          <p:nvPr/>
        </p:nvPicPr>
        <p:blipFill>
          <a:blip r:embed="rId3">
            <a:clrChange>
              <a:clrFrom>
                <a:srgbClr val="FCFCFC"/>
              </a:clrFrom>
              <a:clrTo>
                <a:srgbClr val="FCFCFC">
                  <a:alpha val="0"/>
                </a:srgbClr>
              </a:clrTo>
            </a:clrChange>
          </a:blip>
          <a:stretch>
            <a:fillRect/>
          </a:stretch>
        </p:blipFill>
        <p:spPr>
          <a:xfrm>
            <a:off x="6172200" y="609600"/>
            <a:ext cx="1536700" cy="1536700"/>
          </a:xfrm>
          <a:prstGeom prst="rect">
            <a:avLst/>
          </a:prstGeom>
        </p:spPr>
      </p:pic>
      <p:pic>
        <p:nvPicPr>
          <p:cNvPr id="22" name="Picture 21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985000" y="1371600"/>
            <a:ext cx="2006600" cy="1308100"/>
          </a:xfrm>
          <a:prstGeom prst="rect">
            <a:avLst/>
          </a:prstGeom>
        </p:spPr>
      </p:pic>
      <p:cxnSp>
        <p:nvCxnSpPr>
          <p:cNvPr id="24" name="Straight Connector 23"/>
          <p:cNvCxnSpPr/>
          <p:nvPr/>
        </p:nvCxnSpPr>
        <p:spPr>
          <a:xfrm flipV="1">
            <a:off x="5562600" y="2209800"/>
            <a:ext cx="1447800" cy="1066801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5" name="Oval 24"/>
          <p:cNvSpPr/>
          <p:nvPr/>
        </p:nvSpPr>
        <p:spPr>
          <a:xfrm>
            <a:off x="3733800" y="914400"/>
            <a:ext cx="1447800" cy="1295400"/>
          </a:xfrm>
          <a:prstGeom prst="ellipse">
            <a:avLst/>
          </a:prstGeom>
          <a:solidFill>
            <a:srgbClr val="CCFFCC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800" dirty="0" smtClean="0">
                <a:solidFill>
                  <a:srgbClr val="000000"/>
                </a:solidFill>
              </a:rPr>
              <a:t>File</a:t>
            </a:r>
          </a:p>
          <a:p>
            <a:pPr algn="ctr"/>
            <a:r>
              <a:rPr lang="en-US" sz="1800" dirty="0" smtClean="0">
                <a:solidFill>
                  <a:srgbClr val="000000"/>
                </a:solidFill>
              </a:rPr>
              <a:t>System</a:t>
            </a:r>
            <a:endParaRPr lang="en-US" sz="1800" dirty="0">
              <a:solidFill>
                <a:srgbClr val="000000"/>
              </a:solidFill>
            </a:endParaRPr>
          </a:p>
        </p:txBody>
      </p:sp>
      <p:sp>
        <p:nvSpPr>
          <p:cNvPr id="26" name="Oval 25"/>
          <p:cNvSpPr/>
          <p:nvPr/>
        </p:nvSpPr>
        <p:spPr>
          <a:xfrm>
            <a:off x="990600" y="990600"/>
            <a:ext cx="1524000" cy="1524000"/>
          </a:xfrm>
          <a:prstGeom prst="ellipse">
            <a:avLst/>
          </a:prstGeom>
          <a:solidFill>
            <a:srgbClr val="008000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800" dirty="0" smtClean="0"/>
              <a:t>Network</a:t>
            </a:r>
            <a:endParaRPr lang="en-US" sz="1800" dirty="0"/>
          </a:p>
        </p:txBody>
      </p:sp>
      <p:cxnSp>
        <p:nvCxnSpPr>
          <p:cNvPr id="29" name="Straight Connector 28"/>
          <p:cNvCxnSpPr>
            <a:stCxn id="25" idx="4"/>
            <a:endCxn id="6" idx="0"/>
          </p:cNvCxnSpPr>
          <p:nvPr/>
        </p:nvCxnSpPr>
        <p:spPr>
          <a:xfrm flipH="1">
            <a:off x="4380396" y="2209800"/>
            <a:ext cx="77304" cy="228600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1" name="Straight Connector 30"/>
          <p:cNvCxnSpPr>
            <a:stCxn id="26" idx="5"/>
          </p:cNvCxnSpPr>
          <p:nvPr/>
        </p:nvCxnSpPr>
        <p:spPr>
          <a:xfrm>
            <a:off x="2291415" y="2291415"/>
            <a:ext cx="223185" cy="146985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Oval 5"/>
          <p:cNvSpPr/>
          <p:nvPr/>
        </p:nvSpPr>
        <p:spPr>
          <a:xfrm>
            <a:off x="3124200" y="2438400"/>
            <a:ext cx="2512391" cy="2512391"/>
          </a:xfrm>
          <a:prstGeom prst="ellipse">
            <a:avLst/>
          </a:prstGeom>
          <a:solidFill>
            <a:srgbClr val="FF6600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 smtClean="0"/>
              <a:t>Resource</a:t>
            </a:r>
          </a:p>
          <a:p>
            <a:pPr algn="ctr"/>
            <a:r>
              <a:rPr lang="en-US" dirty="0" smtClean="0"/>
              <a:t>Manager</a:t>
            </a:r>
            <a:endParaRPr lang="en-US" dirty="0"/>
          </a:p>
        </p:txBody>
      </p:sp>
      <p:cxnSp>
        <p:nvCxnSpPr>
          <p:cNvPr id="44" name="Straight Connector 43"/>
          <p:cNvCxnSpPr/>
          <p:nvPr/>
        </p:nvCxnSpPr>
        <p:spPr>
          <a:xfrm>
            <a:off x="5486400" y="4267200"/>
            <a:ext cx="304800" cy="228600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" name="Cloud 2"/>
          <p:cNvSpPr/>
          <p:nvPr/>
        </p:nvSpPr>
        <p:spPr>
          <a:xfrm>
            <a:off x="6629400" y="2971800"/>
            <a:ext cx="1676400" cy="914400"/>
          </a:xfrm>
          <a:prstGeom prst="cloud">
            <a:avLst/>
          </a:prstGeom>
          <a:solidFill>
            <a:schemeClr val="bg2">
              <a:lumMod val="25000"/>
            </a:schemeClr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800" dirty="0" smtClean="0"/>
              <a:t>Prov. Agent</a:t>
            </a:r>
            <a:endParaRPr lang="en-US" sz="1800" dirty="0"/>
          </a:p>
        </p:txBody>
      </p:sp>
      <p:cxnSp>
        <p:nvCxnSpPr>
          <p:cNvPr id="10" name="Straight Connector 9"/>
          <p:cNvCxnSpPr>
            <a:stCxn id="6" idx="6"/>
            <a:endCxn id="3" idx="2"/>
          </p:cNvCxnSpPr>
          <p:nvPr/>
        </p:nvCxnSpPr>
        <p:spPr>
          <a:xfrm flipV="1">
            <a:off x="5636591" y="3429000"/>
            <a:ext cx="998009" cy="265596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grpSp>
        <p:nvGrpSpPr>
          <p:cNvPr id="14" name="Group 13"/>
          <p:cNvGrpSpPr/>
          <p:nvPr/>
        </p:nvGrpSpPr>
        <p:grpSpPr>
          <a:xfrm>
            <a:off x="2822467" y="2529686"/>
            <a:ext cx="3270466" cy="2309014"/>
            <a:chOff x="2441223" y="2400300"/>
            <a:chExt cx="3880556" cy="2588414"/>
          </a:xfrm>
        </p:grpSpPr>
        <p:pic>
          <p:nvPicPr>
            <p:cNvPr id="4" name="Picture 3" descr="images.duckduckgo.com.jpeg"/>
            <p:cNvPicPr>
              <a:picLocks noChangeAspect="1"/>
            </p:cNvPicPr>
            <p:nvPr/>
          </p:nvPicPr>
          <p:blipFill>
            <a:blip r:embed="rId5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2441223" y="2400300"/>
              <a:ext cx="3880556" cy="2588414"/>
            </a:xfrm>
            <a:prstGeom prst="rect">
              <a:avLst/>
            </a:prstGeom>
          </p:spPr>
        </p:pic>
        <p:sp>
          <p:nvSpPr>
            <p:cNvPr id="5" name="TextBox 4"/>
            <p:cNvSpPr txBox="1"/>
            <p:nvPr/>
          </p:nvSpPr>
          <p:spPr>
            <a:xfrm>
              <a:off x="3174798" y="2692989"/>
              <a:ext cx="692722" cy="448525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2000" dirty="0" smtClean="0">
                  <a:solidFill>
                    <a:srgbClr val="FF0000"/>
                  </a:solidFill>
                </a:rPr>
                <a:t>RM</a:t>
              </a:r>
              <a:endParaRPr lang="en-US" sz="2000" dirty="0">
                <a:solidFill>
                  <a:srgbClr val="FF0000"/>
                </a:solidFill>
              </a:endParaRPr>
            </a:p>
          </p:txBody>
        </p:sp>
        <p:sp>
          <p:nvSpPr>
            <p:cNvPr id="12" name="TextBox 11"/>
            <p:cNvSpPr txBox="1"/>
            <p:nvPr/>
          </p:nvSpPr>
          <p:spPr>
            <a:xfrm>
              <a:off x="4814005" y="2678877"/>
              <a:ext cx="829668" cy="448525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2000" dirty="0" smtClean="0">
                  <a:solidFill>
                    <a:schemeClr val="bg1"/>
                  </a:solidFill>
                </a:rPr>
                <a:t>APP</a:t>
              </a:r>
              <a:endParaRPr lang="en-US" sz="2000" dirty="0">
                <a:solidFill>
                  <a:schemeClr val="bg1"/>
                </a:solidFill>
              </a:endParaRPr>
            </a:p>
          </p:txBody>
        </p:sp>
      </p:grpSp>
      <p:sp>
        <p:nvSpPr>
          <p:cNvPr id="30" name="TextBox 29"/>
          <p:cNvSpPr txBox="1"/>
          <p:nvPr/>
        </p:nvSpPr>
        <p:spPr>
          <a:xfrm>
            <a:off x="576470" y="228600"/>
            <a:ext cx="2884123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mtClean="0"/>
              <a:t>RM      Orchestrator</a:t>
            </a:r>
            <a:endParaRPr lang="en-US" dirty="0"/>
          </a:p>
        </p:txBody>
      </p:sp>
      <p:sp>
        <p:nvSpPr>
          <p:cNvPr id="32" name="Striped Right Arrow 31"/>
          <p:cNvSpPr/>
          <p:nvPr/>
        </p:nvSpPr>
        <p:spPr bwMode="auto">
          <a:xfrm>
            <a:off x="1212574" y="397566"/>
            <a:ext cx="367748" cy="152400"/>
          </a:xfrm>
          <a:prstGeom prst="stripedRightArrow">
            <a:avLst/>
          </a:prstGeom>
          <a:solidFill>
            <a:schemeClr val="accent1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sz="24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pitchFamily="-65" charset="0"/>
              <a:ea typeface="ＭＳ Ｐゴシック" pitchFamily="-65" charset="-128"/>
              <a:cs typeface="ＭＳ Ｐゴシック" pitchFamily="-65" charset="-128"/>
            </a:endParaRPr>
          </a:p>
        </p:txBody>
      </p:sp>
    </p:spTree>
    <p:extLst>
      <p:ext uri="{BB962C8B-B14F-4D97-AF65-F5344CB8AC3E}">
        <p14:creationId xmlns:p14="http://schemas.microsoft.com/office/powerpoint/2010/main" val="1218970826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0"/>
    </mc:Choice>
    <mc:Fallback>
      <p:transition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7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Planned Support</a:t>
            </a:r>
            <a:endParaRPr lang="en-US" dirty="0"/>
          </a:p>
        </p:txBody>
      </p:sp>
      <p:pic>
        <p:nvPicPr>
          <p:cNvPr id="5" name="Picture 4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 flipH="1">
            <a:off x="990600" y="5154612"/>
            <a:ext cx="2056358" cy="12731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 xmlns="">
                <a:solidFill>
                  <a:srgbClr val="00B8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 xmlns="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</p:pic>
      <p:sp>
        <p:nvSpPr>
          <p:cNvPr id="6" name="Rectangle 5"/>
          <p:cNvSpPr/>
          <p:nvPr/>
        </p:nvSpPr>
        <p:spPr bwMode="auto">
          <a:xfrm>
            <a:off x="3383232" y="2292626"/>
            <a:ext cx="3239542" cy="914400"/>
          </a:xfrm>
          <a:prstGeom prst="rect">
            <a:avLst/>
          </a:prstGeom>
          <a:solidFill>
            <a:srgbClr val="FFEBCD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sz="24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pitchFamily="-65" charset="0"/>
              <a:ea typeface="ＭＳ Ｐゴシック" pitchFamily="-65" charset="-128"/>
              <a:cs typeface="ＭＳ Ｐゴシック" pitchFamily="-65" charset="-128"/>
            </a:endParaRPr>
          </a:p>
        </p:txBody>
      </p:sp>
      <p:sp>
        <p:nvSpPr>
          <p:cNvPr id="7" name="Hexagon 6"/>
          <p:cNvSpPr/>
          <p:nvPr/>
        </p:nvSpPr>
        <p:spPr bwMode="auto">
          <a:xfrm>
            <a:off x="3722588" y="2422395"/>
            <a:ext cx="1828800" cy="685800"/>
          </a:xfrm>
          <a:prstGeom prst="hexagon">
            <a:avLst/>
          </a:prstGeom>
          <a:solidFill>
            <a:schemeClr val="accent1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lang="en-US" sz="1800" dirty="0" smtClean="0">
                <a:solidFill>
                  <a:schemeClr val="bg1"/>
                </a:solidFill>
                <a:latin typeface="Arial" pitchFamily="-65" charset="0"/>
                <a:ea typeface="ＭＳ Ｐゴシック" pitchFamily="-65" charset="-128"/>
                <a:cs typeface="ＭＳ Ｐゴシック" pitchFamily="-65" charset="-128"/>
              </a:rPr>
              <a:t>System </a:t>
            </a:r>
            <a:r>
              <a:rPr lang="en-US" sz="1800" dirty="0" err="1" smtClean="0">
                <a:solidFill>
                  <a:schemeClr val="bg1"/>
                </a:solidFill>
                <a:latin typeface="Arial" pitchFamily="-65" charset="0"/>
                <a:ea typeface="ＭＳ Ｐゴシック" pitchFamily="-65" charset="-128"/>
                <a:cs typeface="ＭＳ Ｐゴシック" pitchFamily="-65" charset="-128"/>
              </a:rPr>
              <a:t>PMIx</a:t>
            </a:r>
            <a:r>
              <a:rPr lang="en-US" sz="1800" dirty="0" smtClean="0">
                <a:solidFill>
                  <a:schemeClr val="bg1"/>
                </a:solidFill>
                <a:latin typeface="Arial" pitchFamily="-65" charset="0"/>
                <a:ea typeface="ＭＳ Ｐゴシック" pitchFamily="-65" charset="-128"/>
                <a:cs typeface="ＭＳ Ｐゴシック" pitchFamily="-65" charset="-128"/>
              </a:rPr>
              <a:t> server</a:t>
            </a:r>
            <a:endParaRPr kumimoji="0" lang="en-US" sz="1800" b="0" i="0" u="none" strike="noStrike" cap="none" normalizeH="0" baseline="0" dirty="0">
              <a:ln>
                <a:noFill/>
              </a:ln>
              <a:solidFill>
                <a:schemeClr val="bg1"/>
              </a:solidFill>
              <a:effectLst/>
              <a:latin typeface="Arial" pitchFamily="-65" charset="0"/>
              <a:ea typeface="ＭＳ Ｐゴシック" pitchFamily="-65" charset="-128"/>
              <a:cs typeface="ＭＳ Ｐゴシック" pitchFamily="-65" charset="-128"/>
            </a:endParaRPr>
          </a:p>
        </p:txBody>
      </p:sp>
      <p:sp>
        <p:nvSpPr>
          <p:cNvPr id="8" name="TextBox 7"/>
          <p:cNvSpPr txBox="1"/>
          <p:nvPr/>
        </p:nvSpPr>
        <p:spPr>
          <a:xfrm>
            <a:off x="5681037" y="2527278"/>
            <a:ext cx="902811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mtClean="0"/>
              <a:t>WLM</a:t>
            </a:r>
            <a:endParaRPr lang="en-US"/>
          </a:p>
        </p:txBody>
      </p:sp>
      <p:grpSp>
        <p:nvGrpSpPr>
          <p:cNvPr id="11" name="Group 10"/>
          <p:cNvGrpSpPr/>
          <p:nvPr/>
        </p:nvGrpSpPr>
        <p:grpSpPr>
          <a:xfrm>
            <a:off x="2544564" y="4382408"/>
            <a:ext cx="1004788" cy="1021993"/>
            <a:chOff x="2544564" y="4302895"/>
            <a:chExt cx="1004788" cy="1021993"/>
          </a:xfrm>
        </p:grpSpPr>
        <p:pic>
          <p:nvPicPr>
            <p:cNvPr id="9" name="Picture 8"/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2544564" y="4302895"/>
              <a:ext cx="1004788" cy="1021993"/>
            </a:xfrm>
            <a:prstGeom prst="rect">
              <a:avLst/>
            </a:prstGeom>
          </p:spPr>
        </p:pic>
        <p:sp>
          <p:nvSpPr>
            <p:cNvPr id="10" name="TextBox 9"/>
            <p:cNvSpPr txBox="1"/>
            <p:nvPr/>
          </p:nvSpPr>
          <p:spPr>
            <a:xfrm>
              <a:off x="2585389" y="4552281"/>
              <a:ext cx="753731" cy="52322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ctr"/>
              <a:r>
                <a:rPr lang="en-US" sz="1400" dirty="0" smtClean="0">
                  <a:latin typeface="Lucida Handwriting" charset="0"/>
                  <a:ea typeface="Lucida Handwriting" charset="0"/>
                  <a:cs typeface="Lucida Handwriting" charset="0"/>
                </a:rPr>
                <a:t>Job</a:t>
              </a:r>
            </a:p>
            <a:p>
              <a:pPr algn="ctr"/>
              <a:r>
                <a:rPr lang="en-US" sz="1400" dirty="0" smtClean="0">
                  <a:latin typeface="Lucida Handwriting" charset="0"/>
                  <a:ea typeface="Lucida Handwriting" charset="0"/>
                  <a:cs typeface="Lucida Handwriting" charset="0"/>
                </a:rPr>
                <a:t>Script</a:t>
              </a:r>
              <a:endParaRPr lang="en-US" sz="1400" dirty="0">
                <a:latin typeface="Lucida Handwriting" charset="0"/>
                <a:ea typeface="Lucida Handwriting" charset="0"/>
                <a:cs typeface="Lucida Handwriting" charset="0"/>
              </a:endParaRPr>
            </a:p>
          </p:txBody>
        </p:sp>
      </p:grpSp>
      <p:sp>
        <p:nvSpPr>
          <p:cNvPr id="12" name="Striped Right Arrow 11"/>
          <p:cNvSpPr/>
          <p:nvPr/>
        </p:nvSpPr>
        <p:spPr bwMode="auto">
          <a:xfrm rot="18702669">
            <a:off x="3285548" y="3534854"/>
            <a:ext cx="1295447" cy="437163"/>
          </a:xfrm>
          <a:prstGeom prst="stripedRightArrow">
            <a:avLst/>
          </a:prstGeom>
          <a:solidFill>
            <a:schemeClr val="accent1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sz="24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pitchFamily="-65" charset="0"/>
              <a:ea typeface="ＭＳ Ｐゴシック" pitchFamily="-65" charset="-128"/>
              <a:cs typeface="ＭＳ Ｐゴシック" pitchFamily="-65" charset="-128"/>
            </a:endParaRPr>
          </a:p>
        </p:txBody>
      </p:sp>
      <p:sp>
        <p:nvSpPr>
          <p:cNvPr id="14" name="TextBox 13"/>
          <p:cNvSpPr txBox="1"/>
          <p:nvPr/>
        </p:nvSpPr>
        <p:spPr>
          <a:xfrm>
            <a:off x="258044" y="3608408"/>
            <a:ext cx="2847013" cy="132343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000" dirty="0" smtClean="0"/>
              <a:t>User-specified caching, dependencies</a:t>
            </a:r>
          </a:p>
          <a:p>
            <a:pPr algn="ctr"/>
            <a:r>
              <a:rPr lang="en-US" sz="2000" dirty="0" smtClean="0"/>
              <a:t>(data &amp; libs), persistence</a:t>
            </a:r>
            <a:endParaRPr lang="en-US" sz="2000" dirty="0"/>
          </a:p>
        </p:txBody>
      </p:sp>
      <p:cxnSp>
        <p:nvCxnSpPr>
          <p:cNvPr id="16" name="Curved Connector 15"/>
          <p:cNvCxnSpPr>
            <a:stCxn id="8" idx="2"/>
            <a:endCxn id="7" idx="1"/>
          </p:cNvCxnSpPr>
          <p:nvPr/>
        </p:nvCxnSpPr>
        <p:spPr bwMode="auto">
          <a:xfrm rot="5400000">
            <a:off x="5696565" y="2672317"/>
            <a:ext cx="119252" cy="752505"/>
          </a:xfrm>
          <a:prstGeom prst="curvedConnector3">
            <a:avLst>
              <a:gd name="adj1" fmla="val 291695"/>
            </a:avLst>
          </a:prstGeom>
          <a:solidFill>
            <a:schemeClr val="accent1"/>
          </a:solidFill>
          <a:ln w="28575" cap="flat" cmpd="sng" algn="ctr">
            <a:solidFill>
              <a:srgbClr val="00B050"/>
            </a:solidFill>
            <a:prstDash val="solid"/>
            <a:round/>
            <a:headEnd type="triangle" w="med" len="med"/>
            <a:tailEnd type="triangle" w="med" len="med"/>
          </a:ln>
          <a:effectLst/>
        </p:spPr>
      </p:cxnSp>
      <p:sp>
        <p:nvSpPr>
          <p:cNvPr id="19" name="TextBox 18"/>
          <p:cNvSpPr txBox="1"/>
          <p:nvPr/>
        </p:nvSpPr>
        <p:spPr>
          <a:xfrm>
            <a:off x="5904574" y="3268581"/>
            <a:ext cx="84087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800" i="1" dirty="0" smtClean="0">
                <a:solidFill>
                  <a:srgbClr val="00B050"/>
                </a:solidFill>
                <a:latin typeface="Chalkboard" charset="0"/>
                <a:ea typeface="Chalkboard" charset="0"/>
                <a:cs typeface="Chalkboard" charset="0"/>
              </a:rPr>
              <a:t>Query</a:t>
            </a:r>
            <a:endParaRPr lang="en-US" sz="1800" i="1" dirty="0">
              <a:solidFill>
                <a:srgbClr val="00B050"/>
              </a:solidFill>
              <a:latin typeface="Chalkboard" charset="0"/>
              <a:ea typeface="Chalkboard" charset="0"/>
              <a:cs typeface="Chalkboard" charset="0"/>
            </a:endParaRPr>
          </a:p>
        </p:txBody>
      </p:sp>
      <p:sp>
        <p:nvSpPr>
          <p:cNvPr id="20" name="Can 19"/>
          <p:cNvSpPr/>
          <p:nvPr/>
        </p:nvSpPr>
        <p:spPr bwMode="auto">
          <a:xfrm>
            <a:off x="6768548" y="4515825"/>
            <a:ext cx="596348" cy="791671"/>
          </a:xfrm>
          <a:prstGeom prst="can">
            <a:avLst/>
          </a:prstGeom>
          <a:solidFill>
            <a:srgbClr val="00B050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sz="24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pitchFamily="-65" charset="0"/>
              <a:ea typeface="ＭＳ Ｐゴシック" pitchFamily="-65" charset="-128"/>
              <a:cs typeface="ＭＳ Ｐゴシック" pitchFamily="-65" charset="-128"/>
            </a:endParaRPr>
          </a:p>
        </p:txBody>
      </p:sp>
      <p:cxnSp>
        <p:nvCxnSpPr>
          <p:cNvPr id="22" name="Curved Connector 21"/>
          <p:cNvCxnSpPr>
            <a:stCxn id="7" idx="1"/>
            <a:endCxn id="20" idx="2"/>
          </p:cNvCxnSpPr>
          <p:nvPr/>
        </p:nvCxnSpPr>
        <p:spPr bwMode="auto">
          <a:xfrm rot="16200000" flipH="1">
            <a:off x="5172510" y="3315623"/>
            <a:ext cx="1803466" cy="1388610"/>
          </a:xfrm>
          <a:prstGeom prst="curvedConnector2">
            <a:avLst/>
          </a:prstGeom>
          <a:solidFill>
            <a:schemeClr val="accent1"/>
          </a:solidFill>
          <a:ln w="28575" cap="flat" cmpd="sng" algn="ctr">
            <a:solidFill>
              <a:srgbClr val="00B050"/>
            </a:solidFill>
            <a:prstDash val="solid"/>
            <a:round/>
            <a:headEnd type="arrow" w="med" len="med"/>
            <a:tailEnd type="arrow" w="med" len="med"/>
          </a:ln>
          <a:effectLst/>
        </p:spPr>
      </p:cxnSp>
      <p:sp>
        <p:nvSpPr>
          <p:cNvPr id="24" name="TextBox 23"/>
          <p:cNvSpPr txBox="1"/>
          <p:nvPr/>
        </p:nvSpPr>
        <p:spPr>
          <a:xfrm>
            <a:off x="5707199" y="4019421"/>
            <a:ext cx="1502271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600" dirty="0" smtClean="0">
                <a:solidFill>
                  <a:srgbClr val="00B050"/>
                </a:solidFill>
                <a:latin typeface="Chalkboard" charset="0"/>
                <a:ea typeface="Chalkboard" charset="0"/>
                <a:cs typeface="Chalkboard" charset="0"/>
              </a:rPr>
              <a:t>Retrieval time</a:t>
            </a:r>
            <a:endParaRPr lang="en-US" sz="1600" dirty="0">
              <a:solidFill>
                <a:srgbClr val="00B050"/>
              </a:solidFill>
              <a:latin typeface="Chalkboard" charset="0"/>
              <a:ea typeface="Chalkboard" charset="0"/>
              <a:cs typeface="Chalkboard" charset="0"/>
            </a:endParaRPr>
          </a:p>
        </p:txBody>
      </p:sp>
      <p:sp>
        <p:nvSpPr>
          <p:cNvPr id="30" name="Freeform 29"/>
          <p:cNvSpPr/>
          <p:nvPr/>
        </p:nvSpPr>
        <p:spPr bwMode="auto">
          <a:xfrm>
            <a:off x="4929809" y="1858040"/>
            <a:ext cx="1202634" cy="696317"/>
          </a:xfrm>
          <a:custGeom>
            <a:avLst/>
            <a:gdLst>
              <a:gd name="connsiteX0" fmla="*/ 1202634 w 1202634"/>
              <a:gd name="connsiteY0" fmla="*/ 696317 h 696317"/>
              <a:gd name="connsiteX1" fmla="*/ 725556 w 1202634"/>
              <a:gd name="connsiteY1" fmla="*/ 577 h 696317"/>
              <a:gd name="connsiteX2" fmla="*/ 0 w 1202634"/>
              <a:gd name="connsiteY2" fmla="*/ 567108 h 69631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</a:cxnLst>
            <a:rect l="l" t="t" r="r" b="b"/>
            <a:pathLst>
              <a:path w="1202634" h="696317">
                <a:moveTo>
                  <a:pt x="1202634" y="696317"/>
                </a:moveTo>
                <a:cubicBezTo>
                  <a:pt x="1064314" y="359214"/>
                  <a:pt x="925995" y="22112"/>
                  <a:pt x="725556" y="577"/>
                </a:cubicBezTo>
                <a:cubicBezTo>
                  <a:pt x="525117" y="-20958"/>
                  <a:pt x="0" y="567108"/>
                  <a:pt x="0" y="567108"/>
                </a:cubicBezTo>
              </a:path>
            </a:pathLst>
          </a:custGeom>
          <a:noFill/>
          <a:ln w="28575" cap="flat" cmpd="sng" algn="ctr">
            <a:solidFill>
              <a:srgbClr val="FF0000"/>
            </a:solidFill>
            <a:prstDash val="solid"/>
            <a:round/>
            <a:headEnd type="arrow" w="med" len="med"/>
            <a:tailEnd type="arrow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sz="24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pitchFamily="-65" charset="0"/>
              <a:ea typeface="ＭＳ Ｐゴシック" pitchFamily="-65" charset="-128"/>
              <a:cs typeface="ＭＳ Ｐゴシック" pitchFamily="-65" charset="-128"/>
            </a:endParaRPr>
          </a:p>
        </p:txBody>
      </p:sp>
      <p:sp>
        <p:nvSpPr>
          <p:cNvPr id="31" name="TextBox 30"/>
          <p:cNvSpPr txBox="1"/>
          <p:nvPr/>
        </p:nvSpPr>
        <p:spPr>
          <a:xfrm>
            <a:off x="2845906" y="1733670"/>
            <a:ext cx="262123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800" dirty="0" smtClean="0">
                <a:solidFill>
                  <a:srgbClr val="FF0000"/>
                </a:solidFill>
                <a:latin typeface="Chalkboard" charset="0"/>
                <a:ea typeface="Chalkboard" charset="0"/>
                <a:cs typeface="Chalkboard" charset="0"/>
              </a:rPr>
              <a:t>Parse for dependencies</a:t>
            </a:r>
            <a:endParaRPr lang="en-US" sz="1800" dirty="0">
              <a:solidFill>
                <a:srgbClr val="FF0000"/>
              </a:solidFill>
              <a:latin typeface="Chalkboard" charset="0"/>
              <a:ea typeface="Chalkboard" charset="0"/>
              <a:cs typeface="Chalkboard" charset="0"/>
            </a:endParaRPr>
          </a:p>
        </p:txBody>
      </p:sp>
      <p:sp>
        <p:nvSpPr>
          <p:cNvPr id="35" name="TextBox 34"/>
          <p:cNvSpPr txBox="1"/>
          <p:nvPr/>
        </p:nvSpPr>
        <p:spPr>
          <a:xfrm>
            <a:off x="6882360" y="2315434"/>
            <a:ext cx="2015295" cy="92333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800" dirty="0" smtClean="0">
                <a:latin typeface="Chalkboard" charset="0"/>
                <a:ea typeface="Chalkboard" charset="0"/>
                <a:cs typeface="Chalkboard" charset="0"/>
              </a:rPr>
              <a:t>Current data map</a:t>
            </a:r>
          </a:p>
          <a:p>
            <a:r>
              <a:rPr lang="en-US" sz="1800" dirty="0" smtClean="0">
                <a:latin typeface="Chalkboard" charset="0"/>
                <a:ea typeface="Chalkboard" charset="0"/>
                <a:cs typeface="Chalkboard" charset="0"/>
              </a:rPr>
              <a:t>Usage patterns</a:t>
            </a:r>
          </a:p>
          <a:p>
            <a:r>
              <a:rPr lang="en-US" sz="1800" dirty="0" smtClean="0">
                <a:latin typeface="Chalkboard" charset="0"/>
                <a:ea typeface="Chalkboard" charset="0"/>
                <a:cs typeface="Chalkboard" charset="0"/>
              </a:rPr>
              <a:t>Authorization</a:t>
            </a:r>
          </a:p>
        </p:txBody>
      </p:sp>
      <p:cxnSp>
        <p:nvCxnSpPr>
          <p:cNvPr id="37" name="Straight Arrow Connector 36"/>
          <p:cNvCxnSpPr/>
          <p:nvPr/>
        </p:nvCxnSpPr>
        <p:spPr bwMode="auto">
          <a:xfrm flipH="1">
            <a:off x="6514275" y="2758110"/>
            <a:ext cx="378282" cy="1"/>
          </a:xfrm>
          <a:prstGeom prst="straightConnector1">
            <a:avLst/>
          </a:prstGeom>
          <a:solidFill>
            <a:schemeClr val="accent1"/>
          </a:solidFill>
          <a:ln w="28575" cap="flat" cmpd="sng" algn="ctr">
            <a:solidFill>
              <a:schemeClr val="tx1"/>
            </a:solidFill>
            <a:prstDash val="solid"/>
            <a:round/>
            <a:headEnd type="none" w="med" len="med"/>
            <a:tailEnd type="triangle"/>
          </a:ln>
          <a:effectLst/>
        </p:spPr>
      </p:cxnSp>
    </p:spTree>
    <p:extLst>
      <p:ext uri="{BB962C8B-B14F-4D97-AF65-F5344CB8AC3E}">
        <p14:creationId xmlns:p14="http://schemas.microsoft.com/office/powerpoint/2010/main" val="293742234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0"/>
    </mc:Choice>
    <mc:Fallback>
      <p:transition/>
    </mc:Fallback>
  </mc:AlternateContent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Planned Support</a:t>
            </a:r>
            <a:endParaRPr lang="en-US" dirty="0"/>
          </a:p>
        </p:txBody>
      </p:sp>
      <p:pic>
        <p:nvPicPr>
          <p:cNvPr id="5" name="Picture 4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 flipH="1">
            <a:off x="990600" y="5154612"/>
            <a:ext cx="2056358" cy="12731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 xmlns="">
                <a:solidFill>
                  <a:srgbClr val="00B8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 xmlns="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</p:pic>
      <p:sp>
        <p:nvSpPr>
          <p:cNvPr id="6" name="Rectangle 5"/>
          <p:cNvSpPr/>
          <p:nvPr/>
        </p:nvSpPr>
        <p:spPr bwMode="auto">
          <a:xfrm>
            <a:off x="3383232" y="2292626"/>
            <a:ext cx="3239542" cy="914400"/>
          </a:xfrm>
          <a:prstGeom prst="rect">
            <a:avLst/>
          </a:prstGeom>
          <a:solidFill>
            <a:srgbClr val="FFEBCD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sz="24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pitchFamily="-65" charset="0"/>
              <a:ea typeface="ＭＳ Ｐゴシック" pitchFamily="-65" charset="-128"/>
              <a:cs typeface="ＭＳ Ｐゴシック" pitchFamily="-65" charset="-128"/>
            </a:endParaRPr>
          </a:p>
        </p:txBody>
      </p:sp>
      <p:sp>
        <p:nvSpPr>
          <p:cNvPr id="7" name="Hexagon 6"/>
          <p:cNvSpPr/>
          <p:nvPr/>
        </p:nvSpPr>
        <p:spPr bwMode="auto">
          <a:xfrm>
            <a:off x="3722588" y="2422395"/>
            <a:ext cx="1828800" cy="685800"/>
          </a:xfrm>
          <a:prstGeom prst="hexagon">
            <a:avLst/>
          </a:prstGeom>
          <a:solidFill>
            <a:schemeClr val="accent1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lang="en-US" sz="1800" dirty="0" smtClean="0">
                <a:solidFill>
                  <a:schemeClr val="bg1"/>
                </a:solidFill>
                <a:latin typeface="Arial" pitchFamily="-65" charset="0"/>
                <a:ea typeface="ＭＳ Ｐゴシック" pitchFamily="-65" charset="-128"/>
                <a:cs typeface="ＭＳ Ｐゴシック" pitchFamily="-65" charset="-128"/>
              </a:rPr>
              <a:t>System </a:t>
            </a:r>
            <a:r>
              <a:rPr lang="en-US" sz="1800" dirty="0" err="1" smtClean="0">
                <a:solidFill>
                  <a:schemeClr val="bg1"/>
                </a:solidFill>
                <a:latin typeface="Arial" pitchFamily="-65" charset="0"/>
                <a:ea typeface="ＭＳ Ｐゴシック" pitchFamily="-65" charset="-128"/>
                <a:cs typeface="ＭＳ Ｐゴシック" pitchFamily="-65" charset="-128"/>
              </a:rPr>
              <a:t>PMIx</a:t>
            </a:r>
            <a:r>
              <a:rPr lang="en-US" sz="1800" dirty="0" smtClean="0">
                <a:solidFill>
                  <a:schemeClr val="bg1"/>
                </a:solidFill>
                <a:latin typeface="Arial" pitchFamily="-65" charset="0"/>
                <a:ea typeface="ＭＳ Ｐゴシック" pitchFamily="-65" charset="-128"/>
                <a:cs typeface="ＭＳ Ｐゴシック" pitchFamily="-65" charset="-128"/>
              </a:rPr>
              <a:t> server</a:t>
            </a:r>
            <a:endParaRPr kumimoji="0" lang="en-US" sz="1800" b="0" i="0" u="none" strike="noStrike" cap="none" normalizeH="0" baseline="0" dirty="0">
              <a:ln>
                <a:noFill/>
              </a:ln>
              <a:solidFill>
                <a:schemeClr val="bg1"/>
              </a:solidFill>
              <a:effectLst/>
              <a:latin typeface="Arial" pitchFamily="-65" charset="0"/>
              <a:ea typeface="ＭＳ Ｐゴシック" pitchFamily="-65" charset="-128"/>
              <a:cs typeface="ＭＳ Ｐゴシック" pitchFamily="-65" charset="-128"/>
            </a:endParaRPr>
          </a:p>
        </p:txBody>
      </p:sp>
      <p:sp>
        <p:nvSpPr>
          <p:cNvPr id="8" name="TextBox 7"/>
          <p:cNvSpPr txBox="1"/>
          <p:nvPr/>
        </p:nvSpPr>
        <p:spPr>
          <a:xfrm>
            <a:off x="5681037" y="2527278"/>
            <a:ext cx="902811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mtClean="0"/>
              <a:t>WLM</a:t>
            </a:r>
            <a:endParaRPr lang="en-US"/>
          </a:p>
        </p:txBody>
      </p:sp>
      <p:grpSp>
        <p:nvGrpSpPr>
          <p:cNvPr id="11" name="Group 10"/>
          <p:cNvGrpSpPr/>
          <p:nvPr/>
        </p:nvGrpSpPr>
        <p:grpSpPr>
          <a:xfrm>
            <a:off x="2544564" y="4382408"/>
            <a:ext cx="1004788" cy="1021993"/>
            <a:chOff x="2544564" y="4302895"/>
            <a:chExt cx="1004788" cy="1021993"/>
          </a:xfrm>
        </p:grpSpPr>
        <p:pic>
          <p:nvPicPr>
            <p:cNvPr id="9" name="Picture 8"/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2544564" y="4302895"/>
              <a:ext cx="1004788" cy="1021993"/>
            </a:xfrm>
            <a:prstGeom prst="rect">
              <a:avLst/>
            </a:prstGeom>
          </p:spPr>
        </p:pic>
        <p:sp>
          <p:nvSpPr>
            <p:cNvPr id="10" name="TextBox 9"/>
            <p:cNvSpPr txBox="1"/>
            <p:nvPr/>
          </p:nvSpPr>
          <p:spPr>
            <a:xfrm>
              <a:off x="2585389" y="4552281"/>
              <a:ext cx="753731" cy="52322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ctr"/>
              <a:r>
                <a:rPr lang="en-US" sz="1400" dirty="0" smtClean="0">
                  <a:latin typeface="Lucida Handwriting" charset="0"/>
                  <a:ea typeface="Lucida Handwriting" charset="0"/>
                  <a:cs typeface="Lucida Handwriting" charset="0"/>
                </a:rPr>
                <a:t>Job</a:t>
              </a:r>
            </a:p>
            <a:p>
              <a:pPr algn="ctr"/>
              <a:r>
                <a:rPr lang="en-US" sz="1400" dirty="0" smtClean="0">
                  <a:latin typeface="Lucida Handwriting" charset="0"/>
                  <a:ea typeface="Lucida Handwriting" charset="0"/>
                  <a:cs typeface="Lucida Handwriting" charset="0"/>
                </a:rPr>
                <a:t>Script</a:t>
              </a:r>
              <a:endParaRPr lang="en-US" sz="1400" dirty="0">
                <a:latin typeface="Lucida Handwriting" charset="0"/>
                <a:ea typeface="Lucida Handwriting" charset="0"/>
                <a:cs typeface="Lucida Handwriting" charset="0"/>
              </a:endParaRPr>
            </a:p>
          </p:txBody>
        </p:sp>
      </p:grpSp>
      <p:sp>
        <p:nvSpPr>
          <p:cNvPr id="12" name="Striped Right Arrow 11"/>
          <p:cNvSpPr/>
          <p:nvPr/>
        </p:nvSpPr>
        <p:spPr bwMode="auto">
          <a:xfrm rot="18702669">
            <a:off x="3285548" y="3534854"/>
            <a:ext cx="1295447" cy="437163"/>
          </a:xfrm>
          <a:prstGeom prst="stripedRightArrow">
            <a:avLst/>
          </a:prstGeom>
          <a:solidFill>
            <a:schemeClr val="accent1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sz="24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pitchFamily="-65" charset="0"/>
              <a:ea typeface="ＭＳ Ｐゴシック" pitchFamily="-65" charset="-128"/>
              <a:cs typeface="ＭＳ Ｐゴシック" pitchFamily="-65" charset="-128"/>
            </a:endParaRPr>
          </a:p>
        </p:txBody>
      </p:sp>
      <p:sp>
        <p:nvSpPr>
          <p:cNvPr id="20" name="Can 19"/>
          <p:cNvSpPr/>
          <p:nvPr/>
        </p:nvSpPr>
        <p:spPr bwMode="auto">
          <a:xfrm>
            <a:off x="6768548" y="4515825"/>
            <a:ext cx="596348" cy="791671"/>
          </a:xfrm>
          <a:prstGeom prst="can">
            <a:avLst/>
          </a:prstGeom>
          <a:solidFill>
            <a:srgbClr val="00B050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sz="24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pitchFamily="-65" charset="0"/>
              <a:ea typeface="ＭＳ Ｐゴシック" pitchFamily="-65" charset="-128"/>
              <a:cs typeface="ＭＳ Ｐゴシック" pitchFamily="-65" charset="-128"/>
            </a:endParaRPr>
          </a:p>
        </p:txBody>
      </p:sp>
      <p:sp>
        <p:nvSpPr>
          <p:cNvPr id="33" name="TextBox 32"/>
          <p:cNvSpPr txBox="1"/>
          <p:nvPr/>
        </p:nvSpPr>
        <p:spPr>
          <a:xfrm>
            <a:off x="6768548" y="1997912"/>
            <a:ext cx="2463815" cy="92333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sz="1800" dirty="0" smtClean="0">
                <a:solidFill>
                  <a:srgbClr val="FF6699"/>
                </a:solidFill>
                <a:latin typeface="Chalkboard" charset="0"/>
                <a:ea typeface="Chalkboard" charset="0"/>
                <a:cs typeface="Chalkboard" charset="0"/>
              </a:rPr>
              <a:t>Pre-stage</a:t>
            </a:r>
          </a:p>
          <a:p>
            <a:pPr algn="ctr"/>
            <a:r>
              <a:rPr lang="en-US" sz="1800" dirty="0" smtClean="0">
                <a:solidFill>
                  <a:srgbClr val="FF6699"/>
                </a:solidFill>
                <a:latin typeface="Chalkboard" charset="0"/>
                <a:ea typeface="Chalkboard" charset="0"/>
                <a:cs typeface="Chalkboard" charset="0"/>
              </a:rPr>
              <a:t>(images, binaries, libs)</a:t>
            </a:r>
          </a:p>
          <a:p>
            <a:pPr algn="ctr"/>
            <a:r>
              <a:rPr lang="en-US" sz="1800" dirty="0" smtClean="0">
                <a:solidFill>
                  <a:srgbClr val="FF6699"/>
                </a:solidFill>
                <a:latin typeface="Chalkboard" charset="0"/>
                <a:ea typeface="Chalkboard" charset="0"/>
                <a:cs typeface="Chalkboard" charset="0"/>
              </a:rPr>
              <a:t>Allocation schedule</a:t>
            </a:r>
            <a:endParaRPr lang="en-US" sz="1800" dirty="0">
              <a:solidFill>
                <a:srgbClr val="FF6699"/>
              </a:solidFill>
              <a:latin typeface="Chalkboard" charset="0"/>
              <a:ea typeface="Chalkboard" charset="0"/>
              <a:cs typeface="Chalkboard" charset="0"/>
            </a:endParaRPr>
          </a:p>
        </p:txBody>
      </p:sp>
      <p:sp>
        <p:nvSpPr>
          <p:cNvPr id="21" name="Oval 20"/>
          <p:cNvSpPr/>
          <p:nvPr/>
        </p:nvSpPr>
        <p:spPr bwMode="auto">
          <a:xfrm>
            <a:off x="6497878" y="2459577"/>
            <a:ext cx="288719" cy="618797"/>
          </a:xfrm>
          <a:prstGeom prst="ellipse">
            <a:avLst/>
          </a:prstGeom>
          <a:solidFill>
            <a:schemeClr val="accent1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sz="24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pitchFamily="-65" charset="0"/>
              <a:ea typeface="ＭＳ Ｐゴシック" pitchFamily="-65" charset="-128"/>
              <a:cs typeface="ＭＳ Ｐゴシック" pitchFamily="-65" charset="-128"/>
            </a:endParaRPr>
          </a:p>
        </p:txBody>
      </p:sp>
      <p:sp>
        <p:nvSpPr>
          <p:cNvPr id="13" name="Freeform 12"/>
          <p:cNvSpPr/>
          <p:nvPr/>
        </p:nvSpPr>
        <p:spPr bwMode="auto">
          <a:xfrm>
            <a:off x="6798365" y="2862470"/>
            <a:ext cx="1270808" cy="1958008"/>
          </a:xfrm>
          <a:custGeom>
            <a:avLst/>
            <a:gdLst>
              <a:gd name="connsiteX0" fmla="*/ 0 w 1270808"/>
              <a:gd name="connsiteY0" fmla="*/ 0 h 1958008"/>
              <a:gd name="connsiteX1" fmla="*/ 1262270 w 1270808"/>
              <a:gd name="connsiteY1" fmla="*/ 745434 h 1958008"/>
              <a:gd name="connsiteX2" fmla="*/ 586409 w 1270808"/>
              <a:gd name="connsiteY2" fmla="*/ 1958008 h 195800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</a:cxnLst>
            <a:rect l="l" t="t" r="r" b="b"/>
            <a:pathLst>
              <a:path w="1270808" h="1958008">
                <a:moveTo>
                  <a:pt x="0" y="0"/>
                </a:moveTo>
                <a:cubicBezTo>
                  <a:pt x="582267" y="209549"/>
                  <a:pt x="1164535" y="419099"/>
                  <a:pt x="1262270" y="745434"/>
                </a:cubicBezTo>
                <a:cubicBezTo>
                  <a:pt x="1360005" y="1071769"/>
                  <a:pt x="586409" y="1958008"/>
                  <a:pt x="586409" y="1958008"/>
                </a:cubicBezTo>
              </a:path>
            </a:pathLst>
          </a:custGeom>
          <a:noFill/>
          <a:ln w="28575" cap="flat" cmpd="sng" algn="ctr">
            <a:solidFill>
              <a:srgbClr val="FF6699"/>
            </a:solidFill>
            <a:prstDash val="solid"/>
            <a:round/>
            <a:headEnd type="arrow" w="med" len="med"/>
            <a:tailEnd type="arrow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sz="24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pitchFamily="-65" charset="0"/>
              <a:ea typeface="ＭＳ Ｐゴシック" pitchFamily="-65" charset="-128"/>
              <a:cs typeface="ＭＳ Ｐゴシック" pitchFamily="-65" charset="-128"/>
            </a:endParaRPr>
          </a:p>
        </p:txBody>
      </p:sp>
      <p:sp>
        <p:nvSpPr>
          <p:cNvPr id="17" name="Cloud 16"/>
          <p:cNvSpPr/>
          <p:nvPr/>
        </p:nvSpPr>
        <p:spPr bwMode="auto">
          <a:xfrm>
            <a:off x="3942563" y="4696233"/>
            <a:ext cx="2462591" cy="1431235"/>
          </a:xfrm>
          <a:prstGeom prst="cloud">
            <a:avLst/>
          </a:prstGeom>
          <a:solidFill>
            <a:srgbClr val="FFC000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sz="24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pitchFamily="-65" charset="0"/>
              <a:ea typeface="ＭＳ Ｐゴシック" pitchFamily="-65" charset="-128"/>
              <a:cs typeface="ＭＳ Ｐゴシック" pitchFamily="-65" charset="-128"/>
            </a:endParaRPr>
          </a:p>
        </p:txBody>
      </p:sp>
      <p:sp>
        <p:nvSpPr>
          <p:cNvPr id="18" name="Striped Right Arrow 17"/>
          <p:cNvSpPr/>
          <p:nvPr/>
        </p:nvSpPr>
        <p:spPr bwMode="auto">
          <a:xfrm rot="6295920">
            <a:off x="5056499" y="3564549"/>
            <a:ext cx="1723086" cy="498356"/>
          </a:xfrm>
          <a:prstGeom prst="stripedRightArrow">
            <a:avLst/>
          </a:prstGeom>
          <a:solidFill>
            <a:srgbClr val="FFC000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sz="24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pitchFamily="-65" charset="0"/>
              <a:ea typeface="ＭＳ Ｐゴシック" pitchFamily="-65" charset="-128"/>
              <a:cs typeface="ＭＳ Ｐゴシック" pitchFamily="-65" charset="-128"/>
            </a:endParaRPr>
          </a:p>
        </p:txBody>
      </p:sp>
      <p:sp>
        <p:nvSpPr>
          <p:cNvPr id="23" name="TextBox 22"/>
          <p:cNvSpPr txBox="1"/>
          <p:nvPr/>
        </p:nvSpPr>
        <p:spPr>
          <a:xfrm>
            <a:off x="6096868" y="3557272"/>
            <a:ext cx="1359924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800" smtClean="0">
                <a:latin typeface="Chalkboard" charset="0"/>
                <a:ea typeface="Chalkboard" charset="0"/>
                <a:cs typeface="Chalkboard" charset="0"/>
              </a:rPr>
              <a:t>Allocate</a:t>
            </a:r>
          </a:p>
          <a:p>
            <a:r>
              <a:rPr lang="en-US" sz="1800" dirty="0" smtClean="0">
                <a:latin typeface="Chalkboard" charset="0"/>
                <a:ea typeface="Chalkboard" charset="0"/>
                <a:cs typeface="Chalkboard" charset="0"/>
              </a:rPr>
              <a:t>Launch app</a:t>
            </a:r>
            <a:endParaRPr lang="en-US" sz="1800" dirty="0">
              <a:latin typeface="Chalkboard" charset="0"/>
              <a:ea typeface="Chalkboard" charset="0"/>
              <a:cs typeface="Chalkboard" charset="0"/>
            </a:endParaRPr>
          </a:p>
        </p:txBody>
      </p:sp>
      <p:sp>
        <p:nvSpPr>
          <p:cNvPr id="25" name="TextBox 24"/>
          <p:cNvSpPr txBox="1"/>
          <p:nvPr/>
        </p:nvSpPr>
        <p:spPr>
          <a:xfrm>
            <a:off x="4483034" y="5140039"/>
            <a:ext cx="1435008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mtClean="0"/>
              <a:t>Compute</a:t>
            </a: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8841714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0"/>
    </mc:Choice>
    <mc:Fallback>
      <p:transition/>
    </mc:Fallback>
  </mc:AlternateContent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Rectangle 21"/>
          <p:cNvSpPr/>
          <p:nvPr/>
        </p:nvSpPr>
        <p:spPr bwMode="auto">
          <a:xfrm>
            <a:off x="4174434" y="3737113"/>
            <a:ext cx="2323443" cy="830468"/>
          </a:xfrm>
          <a:prstGeom prst="rect">
            <a:avLst/>
          </a:prstGeom>
          <a:solidFill>
            <a:srgbClr val="FFEBCD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sz="24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pitchFamily="-65" charset="0"/>
              <a:ea typeface="ＭＳ Ｐゴシック" pitchFamily="-65" charset="-128"/>
              <a:cs typeface="ＭＳ Ｐゴシック" pitchFamily="-65" charset="-128"/>
            </a:endParaRPr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Planned Support</a:t>
            </a:r>
            <a:endParaRPr lang="en-US" dirty="0"/>
          </a:p>
        </p:txBody>
      </p:sp>
      <p:pic>
        <p:nvPicPr>
          <p:cNvPr id="5" name="Picture 4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 flipH="1">
            <a:off x="990600" y="5154612"/>
            <a:ext cx="2056358" cy="12731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 xmlns="">
                <a:solidFill>
                  <a:srgbClr val="00B8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 xmlns="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</p:pic>
      <p:sp>
        <p:nvSpPr>
          <p:cNvPr id="6" name="Rectangle 5"/>
          <p:cNvSpPr/>
          <p:nvPr/>
        </p:nvSpPr>
        <p:spPr bwMode="auto">
          <a:xfrm>
            <a:off x="3383232" y="2292626"/>
            <a:ext cx="3239542" cy="914400"/>
          </a:xfrm>
          <a:prstGeom prst="rect">
            <a:avLst/>
          </a:prstGeom>
          <a:solidFill>
            <a:srgbClr val="FFEBCD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sz="24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pitchFamily="-65" charset="0"/>
              <a:ea typeface="ＭＳ Ｐゴシック" pitchFamily="-65" charset="-128"/>
              <a:cs typeface="ＭＳ Ｐゴシック" pitchFamily="-65" charset="-128"/>
            </a:endParaRPr>
          </a:p>
        </p:txBody>
      </p:sp>
      <p:sp>
        <p:nvSpPr>
          <p:cNvPr id="7" name="Hexagon 6"/>
          <p:cNvSpPr/>
          <p:nvPr/>
        </p:nvSpPr>
        <p:spPr bwMode="auto">
          <a:xfrm>
            <a:off x="3722588" y="2422395"/>
            <a:ext cx="1828800" cy="685800"/>
          </a:xfrm>
          <a:prstGeom prst="hexagon">
            <a:avLst/>
          </a:prstGeom>
          <a:solidFill>
            <a:schemeClr val="accent1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lang="en-US" sz="1800" dirty="0" smtClean="0">
                <a:solidFill>
                  <a:schemeClr val="bg1"/>
                </a:solidFill>
                <a:latin typeface="Arial" pitchFamily="-65" charset="0"/>
                <a:ea typeface="ＭＳ Ｐゴシック" pitchFamily="-65" charset="-128"/>
                <a:cs typeface="ＭＳ Ｐゴシック" pitchFamily="-65" charset="-128"/>
              </a:rPr>
              <a:t>System </a:t>
            </a:r>
            <a:r>
              <a:rPr lang="en-US" sz="1800" dirty="0" err="1" smtClean="0">
                <a:solidFill>
                  <a:schemeClr val="bg1"/>
                </a:solidFill>
                <a:latin typeface="Arial" pitchFamily="-65" charset="0"/>
                <a:ea typeface="ＭＳ Ｐゴシック" pitchFamily="-65" charset="-128"/>
                <a:cs typeface="ＭＳ Ｐゴシック" pitchFamily="-65" charset="-128"/>
              </a:rPr>
              <a:t>PMIx</a:t>
            </a:r>
            <a:r>
              <a:rPr lang="en-US" sz="1800" dirty="0" smtClean="0">
                <a:solidFill>
                  <a:schemeClr val="bg1"/>
                </a:solidFill>
                <a:latin typeface="Arial" pitchFamily="-65" charset="0"/>
                <a:ea typeface="ＭＳ Ｐゴシック" pitchFamily="-65" charset="-128"/>
                <a:cs typeface="ＭＳ Ｐゴシック" pitchFamily="-65" charset="-128"/>
              </a:rPr>
              <a:t> server</a:t>
            </a:r>
            <a:endParaRPr kumimoji="0" lang="en-US" sz="1800" b="0" i="0" u="none" strike="noStrike" cap="none" normalizeH="0" baseline="0" dirty="0">
              <a:ln>
                <a:noFill/>
              </a:ln>
              <a:solidFill>
                <a:schemeClr val="bg1"/>
              </a:solidFill>
              <a:effectLst/>
              <a:latin typeface="Arial" pitchFamily="-65" charset="0"/>
              <a:ea typeface="ＭＳ Ｐゴシック" pitchFamily="-65" charset="-128"/>
              <a:cs typeface="ＭＳ Ｐゴシック" pitchFamily="-65" charset="-128"/>
            </a:endParaRPr>
          </a:p>
        </p:txBody>
      </p:sp>
      <p:sp>
        <p:nvSpPr>
          <p:cNvPr id="8" name="TextBox 7"/>
          <p:cNvSpPr txBox="1"/>
          <p:nvPr/>
        </p:nvSpPr>
        <p:spPr>
          <a:xfrm>
            <a:off x="5681037" y="2527278"/>
            <a:ext cx="902811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mtClean="0"/>
              <a:t>WLM</a:t>
            </a:r>
            <a:endParaRPr lang="en-US"/>
          </a:p>
        </p:txBody>
      </p:sp>
      <p:grpSp>
        <p:nvGrpSpPr>
          <p:cNvPr id="11" name="Group 10"/>
          <p:cNvGrpSpPr/>
          <p:nvPr/>
        </p:nvGrpSpPr>
        <p:grpSpPr>
          <a:xfrm>
            <a:off x="2544564" y="4382408"/>
            <a:ext cx="1004788" cy="1021993"/>
            <a:chOff x="2544564" y="4302895"/>
            <a:chExt cx="1004788" cy="1021993"/>
          </a:xfrm>
        </p:grpSpPr>
        <p:pic>
          <p:nvPicPr>
            <p:cNvPr id="9" name="Picture 8"/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2544564" y="4302895"/>
              <a:ext cx="1004788" cy="1021993"/>
            </a:xfrm>
            <a:prstGeom prst="rect">
              <a:avLst/>
            </a:prstGeom>
          </p:spPr>
        </p:pic>
        <p:sp>
          <p:nvSpPr>
            <p:cNvPr id="10" name="TextBox 9"/>
            <p:cNvSpPr txBox="1"/>
            <p:nvPr/>
          </p:nvSpPr>
          <p:spPr>
            <a:xfrm>
              <a:off x="2585389" y="4552281"/>
              <a:ext cx="753731" cy="52322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ctr"/>
              <a:r>
                <a:rPr lang="en-US" sz="1400" dirty="0" smtClean="0">
                  <a:latin typeface="Lucida Handwriting" charset="0"/>
                  <a:ea typeface="Lucida Handwriting" charset="0"/>
                  <a:cs typeface="Lucida Handwriting" charset="0"/>
                </a:rPr>
                <a:t>Job</a:t>
              </a:r>
            </a:p>
            <a:p>
              <a:pPr algn="ctr"/>
              <a:r>
                <a:rPr lang="en-US" sz="1400" dirty="0" smtClean="0">
                  <a:latin typeface="Lucida Handwriting" charset="0"/>
                  <a:ea typeface="Lucida Handwriting" charset="0"/>
                  <a:cs typeface="Lucida Handwriting" charset="0"/>
                </a:rPr>
                <a:t>Script</a:t>
              </a:r>
              <a:endParaRPr lang="en-US" sz="1400" dirty="0">
                <a:latin typeface="Lucida Handwriting" charset="0"/>
                <a:ea typeface="Lucida Handwriting" charset="0"/>
                <a:cs typeface="Lucida Handwriting" charset="0"/>
              </a:endParaRPr>
            </a:p>
          </p:txBody>
        </p:sp>
      </p:grpSp>
      <p:sp>
        <p:nvSpPr>
          <p:cNvPr id="20" name="Can 19"/>
          <p:cNvSpPr/>
          <p:nvPr/>
        </p:nvSpPr>
        <p:spPr bwMode="auto">
          <a:xfrm>
            <a:off x="6768548" y="4515825"/>
            <a:ext cx="596348" cy="791671"/>
          </a:xfrm>
          <a:prstGeom prst="can">
            <a:avLst/>
          </a:prstGeom>
          <a:solidFill>
            <a:srgbClr val="00B050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sz="24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pitchFamily="-65" charset="0"/>
              <a:ea typeface="ＭＳ Ｐゴシック" pitchFamily="-65" charset="-128"/>
              <a:cs typeface="ＭＳ Ｐゴシック" pitchFamily="-65" charset="-128"/>
            </a:endParaRPr>
          </a:p>
        </p:txBody>
      </p:sp>
      <p:sp>
        <p:nvSpPr>
          <p:cNvPr id="21" name="Oval 20"/>
          <p:cNvSpPr/>
          <p:nvPr/>
        </p:nvSpPr>
        <p:spPr bwMode="auto">
          <a:xfrm>
            <a:off x="6497878" y="2459577"/>
            <a:ext cx="288719" cy="618797"/>
          </a:xfrm>
          <a:prstGeom prst="ellipse">
            <a:avLst/>
          </a:prstGeom>
          <a:solidFill>
            <a:schemeClr val="accent1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sz="24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pitchFamily="-65" charset="0"/>
              <a:ea typeface="ＭＳ Ｐゴシック" pitchFamily="-65" charset="-128"/>
              <a:cs typeface="ＭＳ Ｐゴシック" pitchFamily="-65" charset="-128"/>
            </a:endParaRPr>
          </a:p>
        </p:txBody>
      </p:sp>
      <p:sp>
        <p:nvSpPr>
          <p:cNvPr id="17" name="Cloud 16"/>
          <p:cNvSpPr/>
          <p:nvPr/>
        </p:nvSpPr>
        <p:spPr bwMode="auto">
          <a:xfrm>
            <a:off x="3942563" y="4696233"/>
            <a:ext cx="2462591" cy="1431235"/>
          </a:xfrm>
          <a:prstGeom prst="cloud">
            <a:avLst/>
          </a:prstGeom>
          <a:solidFill>
            <a:srgbClr val="FFC000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sz="24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pitchFamily="-65" charset="0"/>
              <a:ea typeface="ＭＳ Ｐゴシック" pitchFamily="-65" charset="-128"/>
              <a:cs typeface="ＭＳ Ｐゴシック" pitchFamily="-65" charset="-128"/>
            </a:endParaRPr>
          </a:p>
        </p:txBody>
      </p:sp>
      <p:sp>
        <p:nvSpPr>
          <p:cNvPr id="25" name="TextBox 24"/>
          <p:cNvSpPr txBox="1"/>
          <p:nvPr/>
        </p:nvSpPr>
        <p:spPr>
          <a:xfrm>
            <a:off x="4483034" y="5140039"/>
            <a:ext cx="1435008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mtClean="0"/>
              <a:t>Compute</a:t>
            </a:r>
            <a:endParaRPr lang="en-US"/>
          </a:p>
        </p:txBody>
      </p:sp>
      <p:sp>
        <p:nvSpPr>
          <p:cNvPr id="3" name="Oval 2"/>
          <p:cNvSpPr/>
          <p:nvPr/>
        </p:nvSpPr>
        <p:spPr bwMode="auto">
          <a:xfrm>
            <a:off x="4287923" y="3855656"/>
            <a:ext cx="1793397" cy="629625"/>
          </a:xfrm>
          <a:prstGeom prst="ellipse">
            <a:avLst/>
          </a:prstGeom>
          <a:solidFill>
            <a:schemeClr val="accent1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ctr" anchorCtr="0" compatLnSpc="1">
            <a:prstTxWarp prst="textNoShape">
              <a:avLst/>
            </a:prstTxWarp>
          </a:bodyPr>
          <a:lstStyle/>
          <a:p>
            <a:pPr marL="0" marR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sz="1600" b="0" i="0" u="none" strike="noStrike" cap="none" normalizeH="0" baseline="0" dirty="0" smtClean="0">
                <a:ln>
                  <a:noFill/>
                </a:ln>
                <a:solidFill>
                  <a:schemeClr val="bg1"/>
                </a:solidFill>
                <a:effectLst/>
                <a:latin typeface="Arial" pitchFamily="-65" charset="0"/>
                <a:ea typeface="ＭＳ Ｐゴシック" pitchFamily="-65" charset="-128"/>
                <a:cs typeface="ＭＳ Ｐゴシック" pitchFamily="-65" charset="-128"/>
              </a:rPr>
              <a:t>Local </a:t>
            </a:r>
            <a:r>
              <a:rPr kumimoji="0" lang="en-US" sz="1600" b="0" i="0" u="none" strike="noStrike" cap="none" normalizeH="0" baseline="0" dirty="0" err="1" smtClean="0">
                <a:ln>
                  <a:noFill/>
                </a:ln>
                <a:solidFill>
                  <a:schemeClr val="bg1"/>
                </a:solidFill>
                <a:effectLst/>
                <a:latin typeface="Arial" pitchFamily="-65" charset="0"/>
                <a:ea typeface="ＭＳ Ｐゴシック" pitchFamily="-65" charset="-128"/>
                <a:cs typeface="ＭＳ Ｐゴシック" pitchFamily="-65" charset="-128"/>
              </a:rPr>
              <a:t>PMIx</a:t>
            </a:r>
            <a:r>
              <a:rPr kumimoji="0" lang="en-US" sz="1600" b="0" i="0" u="none" strike="noStrike" cap="none" normalizeH="0" baseline="0" dirty="0" smtClean="0">
                <a:ln>
                  <a:noFill/>
                </a:ln>
                <a:solidFill>
                  <a:schemeClr val="bg1"/>
                </a:solidFill>
                <a:effectLst/>
                <a:latin typeface="Arial" pitchFamily="-65" charset="0"/>
                <a:ea typeface="ＭＳ Ｐゴシック" pitchFamily="-65" charset="-128"/>
                <a:cs typeface="ＭＳ Ｐゴシック" pitchFamily="-65" charset="-128"/>
              </a:rPr>
              <a:t> Server</a:t>
            </a:r>
            <a:endParaRPr kumimoji="0" lang="en-US" sz="1600" b="0" i="0" u="none" strike="noStrike" cap="none" normalizeH="0" baseline="0" dirty="0">
              <a:ln>
                <a:noFill/>
              </a:ln>
              <a:solidFill>
                <a:schemeClr val="bg1"/>
              </a:solidFill>
              <a:effectLst/>
              <a:latin typeface="Arial" pitchFamily="-65" charset="0"/>
              <a:ea typeface="ＭＳ Ｐゴシック" pitchFamily="-65" charset="-128"/>
              <a:cs typeface="ＭＳ Ｐゴシック" pitchFamily="-65" charset="-128"/>
            </a:endParaRPr>
          </a:p>
        </p:txBody>
      </p:sp>
      <p:sp>
        <p:nvSpPr>
          <p:cNvPr id="4" name="Up-Down Arrow 3"/>
          <p:cNvSpPr/>
          <p:nvPr/>
        </p:nvSpPr>
        <p:spPr bwMode="auto">
          <a:xfrm>
            <a:off x="5057683" y="4481032"/>
            <a:ext cx="253875" cy="563797"/>
          </a:xfrm>
          <a:prstGeom prst="upDownArrow">
            <a:avLst/>
          </a:prstGeom>
          <a:solidFill>
            <a:schemeClr val="accent1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sz="24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pitchFamily="-65" charset="0"/>
              <a:ea typeface="ＭＳ Ｐゴシック" pitchFamily="-65" charset="-128"/>
              <a:cs typeface="ＭＳ Ｐゴシック" pitchFamily="-65" charset="-128"/>
            </a:endParaRPr>
          </a:p>
        </p:txBody>
      </p:sp>
      <p:sp>
        <p:nvSpPr>
          <p:cNvPr id="24" name="Up-Down Arrow 23"/>
          <p:cNvSpPr/>
          <p:nvPr/>
        </p:nvSpPr>
        <p:spPr bwMode="auto">
          <a:xfrm>
            <a:off x="5106083" y="3211350"/>
            <a:ext cx="253875" cy="522222"/>
          </a:xfrm>
          <a:prstGeom prst="upDownArrow">
            <a:avLst/>
          </a:prstGeom>
          <a:solidFill>
            <a:schemeClr val="accent1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sz="24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pitchFamily="-65" charset="0"/>
              <a:ea typeface="ＭＳ Ｐゴシック" pitchFamily="-65" charset="-128"/>
              <a:cs typeface="ＭＳ Ｐゴシック" pitchFamily="-65" charset="-128"/>
            </a:endParaRPr>
          </a:p>
        </p:txBody>
      </p:sp>
      <p:sp>
        <p:nvSpPr>
          <p:cNvPr id="14" name="TextBox 13"/>
          <p:cNvSpPr txBox="1"/>
          <p:nvPr/>
        </p:nvSpPr>
        <p:spPr>
          <a:xfrm>
            <a:off x="5321979" y="3285081"/>
            <a:ext cx="257378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800" smtClean="0">
                <a:latin typeface="Chalkboard" charset="0"/>
                <a:ea typeface="Chalkboard" charset="0"/>
                <a:cs typeface="Chalkboard" charset="0"/>
              </a:rPr>
              <a:t>Orchestration requests</a:t>
            </a:r>
            <a:endParaRPr lang="en-US" sz="1800">
              <a:latin typeface="Chalkboard" charset="0"/>
              <a:ea typeface="Chalkboard" charset="0"/>
              <a:cs typeface="Chalkboard" charset="0"/>
            </a:endParaRPr>
          </a:p>
        </p:txBody>
      </p:sp>
      <p:sp>
        <p:nvSpPr>
          <p:cNvPr id="15" name="Up-Down Arrow 14"/>
          <p:cNvSpPr/>
          <p:nvPr/>
        </p:nvSpPr>
        <p:spPr bwMode="auto">
          <a:xfrm rot="1986679">
            <a:off x="3507360" y="3270872"/>
            <a:ext cx="308113" cy="1010604"/>
          </a:xfrm>
          <a:prstGeom prst="upDownArrow">
            <a:avLst/>
          </a:prstGeom>
          <a:solidFill>
            <a:schemeClr val="accent1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sz="24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pitchFamily="-65" charset="0"/>
              <a:ea typeface="ＭＳ Ｐゴシック" pitchFamily="-65" charset="-128"/>
              <a:cs typeface="ＭＳ Ｐゴシック" pitchFamily="-65" charset="-128"/>
            </a:endParaRPr>
          </a:p>
        </p:txBody>
      </p:sp>
    </p:spTree>
    <p:extLst>
      <p:ext uri="{BB962C8B-B14F-4D97-AF65-F5344CB8AC3E}">
        <p14:creationId xmlns:p14="http://schemas.microsoft.com/office/powerpoint/2010/main" val="949560630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0"/>
    </mc:Choice>
    <mc:Fallback>
      <p:transition/>
    </mc:Fallback>
  </mc:AlternateContent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File System Integration Plans</a:t>
            </a:r>
            <a:endParaRPr lang="en-US" dirty="0"/>
          </a:p>
        </p:txBody>
      </p:sp>
      <p:sp>
        <p:nvSpPr>
          <p:cNvPr id="5" name="Content Placeholder 4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sz="2800" dirty="0" smtClean="0"/>
              <a:t>Tool support</a:t>
            </a:r>
          </a:p>
          <a:p>
            <a:pPr lvl="1"/>
            <a:r>
              <a:rPr lang="en-US" sz="2400" dirty="0" smtClean="0"/>
              <a:t>Communicate initial requests</a:t>
            </a:r>
          </a:p>
          <a:p>
            <a:pPr lvl="1"/>
            <a:r>
              <a:rPr lang="en-US" sz="2400" dirty="0" smtClean="0"/>
              <a:t>Job script/app coordination </a:t>
            </a:r>
          </a:p>
          <a:p>
            <a:r>
              <a:rPr lang="en-US" sz="2800" dirty="0" smtClean="0"/>
              <a:t>Dependency detection</a:t>
            </a:r>
          </a:p>
          <a:p>
            <a:r>
              <a:rPr lang="en-US" sz="2800" dirty="0" smtClean="0"/>
              <a:t>Abstraction to local subsystem libraries</a:t>
            </a:r>
          </a:p>
          <a:p>
            <a:r>
              <a:rPr lang="en-US" sz="2800" dirty="0" smtClean="0"/>
              <a:t>Extend existing functions</a:t>
            </a:r>
          </a:p>
          <a:p>
            <a:pPr lvl="1"/>
            <a:r>
              <a:rPr lang="en-US" sz="2400" dirty="0" smtClean="0"/>
              <a:t>Query</a:t>
            </a:r>
            <a:endParaRPr lang="en-US" sz="2400" dirty="0" smtClean="0"/>
          </a:p>
          <a:p>
            <a:pPr lvl="1"/>
            <a:r>
              <a:rPr lang="en-US" sz="2400" dirty="0" smtClean="0"/>
              <a:t>Job control</a:t>
            </a:r>
          </a:p>
          <a:p>
            <a:pPr lvl="1"/>
            <a:r>
              <a:rPr lang="en-US" sz="2400" dirty="0" smtClean="0"/>
              <a:t>Allocate</a:t>
            </a:r>
          </a:p>
          <a:p>
            <a:r>
              <a:rPr lang="en-US" sz="2800" dirty="0" smtClean="0"/>
              <a:t>New APIs?</a:t>
            </a:r>
            <a:endParaRPr lang="en-US" sz="2800" dirty="0" smtClean="0"/>
          </a:p>
        </p:txBody>
      </p:sp>
    </p:spTree>
    <p:extLst>
      <p:ext uri="{BB962C8B-B14F-4D97-AF65-F5344CB8AC3E}">
        <p14:creationId xmlns:p14="http://schemas.microsoft.com/office/powerpoint/2010/main" val="932146033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0"/>
    </mc:Choice>
    <mc:Fallback>
      <p:transition/>
    </mc:Fallback>
  </mc:AlternateContent>
  <p:timing>
    <p:tnLst>
      <p:par>
        <p:cTn id="1" dur="indefinite" restart="never" nodeType="tmRoot"/>
      </p:par>
    </p:tnLst>
  </p:timing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4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Summary</a:t>
            </a:r>
            <a:endParaRPr lang="en-US" dirty="0"/>
          </a:p>
        </p:txBody>
      </p:sp>
      <p:sp>
        <p:nvSpPr>
          <p:cNvPr id="6" name="Content Placeholder 5"/>
          <p:cNvSpPr>
            <a:spLocks noGrp="1"/>
          </p:cNvSpPr>
          <p:nvPr>
            <p:ph idx="1"/>
          </p:nvPr>
        </p:nvSpPr>
        <p:spPr>
          <a:xfrm>
            <a:off x="419100" y="2057400"/>
            <a:ext cx="8305800" cy="1371600"/>
          </a:xfrm>
        </p:spPr>
        <p:txBody>
          <a:bodyPr/>
          <a:lstStyle/>
          <a:p>
            <a:pPr marL="0" indent="0" algn="ctr">
              <a:buNone/>
            </a:pPr>
            <a:r>
              <a:rPr lang="en-US" dirty="0" smtClean="0"/>
              <a:t>We now have an interface library </a:t>
            </a:r>
            <a:r>
              <a:rPr lang="en-US" dirty="0" smtClean="0"/>
              <a:t>RMs </a:t>
            </a:r>
            <a:r>
              <a:rPr lang="en-US" dirty="0" smtClean="0"/>
              <a:t>will support for application-directed requests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686822" y="3615694"/>
            <a:ext cx="5562600" cy="156966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i="1" dirty="0" smtClean="0">
                <a:solidFill>
                  <a:srgbClr val="FF0000"/>
                </a:solidFill>
              </a:rPr>
              <a:t>Offer: collaboratively </a:t>
            </a:r>
            <a:r>
              <a:rPr lang="en-US" sz="3200" i="1" dirty="0">
                <a:solidFill>
                  <a:srgbClr val="FF0000"/>
                </a:solidFill>
              </a:rPr>
              <a:t>define what we want to do with </a:t>
            </a:r>
            <a:r>
              <a:rPr lang="en-US" sz="3200" i="1" dirty="0" smtClean="0">
                <a:solidFill>
                  <a:srgbClr val="FF0000"/>
                </a:solidFill>
              </a:rPr>
              <a:t>it</a:t>
            </a:r>
          </a:p>
          <a:p>
            <a:pPr algn="ctr"/>
            <a:r>
              <a:rPr lang="en-US" sz="3200" i="1" dirty="0" smtClean="0">
                <a:solidFill>
                  <a:srgbClr val="FF0000"/>
                </a:solidFill>
              </a:rPr>
              <a:t>New APIs? New keys?</a:t>
            </a:r>
            <a:endParaRPr lang="en-US" sz="3200" i="1" dirty="0">
              <a:solidFill>
                <a:srgbClr val="FF0000"/>
              </a:solidFill>
            </a:endParaRPr>
          </a:p>
        </p:txBody>
      </p:sp>
      <p:pic>
        <p:nvPicPr>
          <p:cNvPr id="9" name="Picture 3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353300" y="3243347"/>
            <a:ext cx="1696095" cy="2687816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 xmlns="">
                <a:solidFill>
                  <a:srgbClr val="00B8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 xmlns="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</p:pic>
      <p:sp>
        <p:nvSpPr>
          <p:cNvPr id="10" name="TextBox 9"/>
          <p:cNvSpPr txBox="1"/>
          <p:nvPr/>
        </p:nvSpPr>
        <p:spPr>
          <a:xfrm>
            <a:off x="2522493" y="5677797"/>
            <a:ext cx="3891258" cy="92333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5400" b="1" dirty="0" smtClean="0">
                <a:ln w="1905"/>
                <a:gradFill>
                  <a:gsLst>
                    <a:gs pos="0">
                      <a:srgbClr val="AB8000"/>
                    </a:gs>
                    <a:gs pos="78000">
                      <a:srgbClr val="FF8A35"/>
                    </a:gs>
                    <a:gs pos="100000">
                      <a:schemeClr val="accent6">
                        <a:tint val="12000"/>
                        <a:satMod val="255000"/>
                      </a:schemeClr>
                    </a:gs>
                  </a:gsLst>
                  <a:lin ang="5400000"/>
                </a:gradFill>
                <a:effectLst>
                  <a:innerShdw blurRad="69850" dist="43180" dir="5400000">
                    <a:srgbClr val="000000">
                      <a:alpha val="65000"/>
                    </a:srgbClr>
                  </a:innerShdw>
                </a:effectLst>
              </a:rPr>
              <a:t>Thank You!</a:t>
            </a:r>
            <a:endParaRPr lang="en-US" sz="5400" b="1" dirty="0">
              <a:ln w="1905"/>
              <a:gradFill>
                <a:gsLst>
                  <a:gs pos="0">
                    <a:srgbClr val="AB8000"/>
                  </a:gs>
                  <a:gs pos="78000">
                    <a:srgbClr val="FF8A35"/>
                  </a:gs>
                  <a:gs pos="100000">
                    <a:schemeClr val="accent6">
                      <a:tint val="12000"/>
                      <a:satMod val="255000"/>
                    </a:schemeClr>
                  </a:gs>
                </a:gsLst>
                <a:lin ang="5400000"/>
              </a:gradFill>
              <a:effectLst>
                <a:innerShdw blurRad="69850" dist="43180" dir="5400000">
                  <a:srgbClr val="000000">
                    <a:alpha val="65000"/>
                  </a:srgbClr>
                </a:innerShdw>
              </a:effectLst>
            </a:endParaRPr>
          </a:p>
        </p:txBody>
      </p:sp>
    </p:spTree>
    <p:extLst>
      <p:ext uri="{BB962C8B-B14F-4D97-AF65-F5344CB8AC3E}">
        <p14:creationId xmlns:p14="http://schemas.microsoft.com/office/powerpoint/2010/main" val="1036485003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0"/>
    </mc:Choice>
    <mc:Fallback>
      <p:transition/>
    </mc:Fallback>
  </mc:AlternateContent>
  <p:timing>
    <p:tnLst>
      <p:par>
        <p:cTn id="1" dur="indefinite" restart="never" nodeType="tmRoot"/>
      </p:par>
    </p:tnLst>
  </p:timing>
</p:sld>
</file>

<file path=ppt/theme/theme1.xml><?xml version="1.0" encoding="utf-8"?>
<a:theme xmlns:a="http://schemas.openxmlformats.org/drawingml/2006/main" name="ompi-workshop-template">
  <a:themeElements>
    <a:clrScheme name="ompi-workshop-template 3">
      <a:dk1>
        <a:srgbClr val="000000"/>
      </a:dk1>
      <a:lt1>
        <a:srgbClr val="FFFFFF"/>
      </a:lt1>
      <a:dk2>
        <a:srgbClr val="FFFFFF"/>
      </a:dk2>
      <a:lt2>
        <a:srgbClr val="000000"/>
      </a:lt2>
      <a:accent1>
        <a:srgbClr val="5B87F2"/>
      </a:accent1>
      <a:accent2>
        <a:srgbClr val="555555"/>
      </a:accent2>
      <a:accent3>
        <a:srgbClr val="FFFFFF"/>
      </a:accent3>
      <a:accent4>
        <a:srgbClr val="000000"/>
      </a:accent4>
      <a:accent5>
        <a:srgbClr val="B5C3F7"/>
      </a:accent5>
      <a:accent6>
        <a:srgbClr val="4C4C4C"/>
      </a:accent6>
      <a:hlink>
        <a:srgbClr val="5DA31E"/>
      </a:hlink>
      <a:folHlink>
        <a:srgbClr val="BAD41A"/>
      </a:folHlink>
    </a:clrScheme>
    <a:fontScheme name="ompi-workshop-template">
      <a:majorFont>
        <a:latin typeface="Arial"/>
        <a:ea typeface=""/>
        <a:cs typeface=""/>
      </a:majorFont>
      <a:minorFont>
        <a:latin typeface="Arial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9525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  <a:effectLst/>
      </a:spPr>
      <a:bodyPr vert="horz" wrap="square" lIns="91440" tIns="45720" rIns="91440" bIns="45720" numCol="1" anchor="t" anchorCtr="0" compatLnSpc="1">
        <a:prstTxWarp prst="textNoShape">
          <a:avLst/>
        </a:prstTxWarp>
      </a:bodyPr>
      <a:lstStyle>
        <a:defPPr marL="0" marR="0" indent="0" algn="l" defTabSz="914400" rtl="0" eaLnBrk="0" fontAlgn="base" latinLnBrk="0" hangingPunct="0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/>
          <a:defRPr kumimoji="0" lang="en-US" sz="2400" b="0" i="0" u="none" strike="noStrike" cap="none" normalizeH="0" baseline="0">
            <a:ln>
              <a:noFill/>
            </a:ln>
            <a:solidFill>
              <a:schemeClr val="tx1"/>
            </a:solidFill>
            <a:effectLst/>
            <a:latin typeface="Arial" pitchFamily="-65" charset="0"/>
            <a:ea typeface="ＭＳ Ｐゴシック" pitchFamily="-65" charset="-128"/>
            <a:cs typeface="ＭＳ Ｐゴシック" pitchFamily="-65" charset="-128"/>
          </a:defRPr>
        </a:defPPr>
      </a:lstStyle>
    </a:spDef>
    <a:ln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9525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  <a:effectLst/>
      </a:spPr>
      <a:bodyPr vert="horz" wrap="square" lIns="91440" tIns="45720" rIns="91440" bIns="45720" numCol="1" anchor="t" anchorCtr="0" compatLnSpc="1">
        <a:prstTxWarp prst="textNoShape">
          <a:avLst/>
        </a:prstTxWarp>
      </a:bodyPr>
      <a:lstStyle>
        <a:defPPr marL="0" marR="0" indent="0" algn="l" defTabSz="914400" rtl="0" eaLnBrk="0" fontAlgn="base" latinLnBrk="0" hangingPunct="0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/>
          <a:defRPr kumimoji="0" lang="en-US" sz="2400" b="0" i="0" u="none" strike="noStrike" cap="none" normalizeH="0" baseline="0">
            <a:ln>
              <a:noFill/>
            </a:ln>
            <a:solidFill>
              <a:schemeClr val="tx1"/>
            </a:solidFill>
            <a:effectLst/>
            <a:latin typeface="Arial" pitchFamily="-65" charset="0"/>
            <a:ea typeface="ＭＳ Ｐゴシック" pitchFamily="-65" charset="-128"/>
            <a:cs typeface="ＭＳ Ｐゴシック" pitchFamily="-65" charset="-128"/>
          </a:defRPr>
        </a:defPPr>
      </a:lstStyle>
    </a:lnDef>
  </a:objectDefaults>
  <a:extraClrSchemeLst>
    <a:extraClrScheme>
      <a:clrScheme name="ompi-workshop-template 1">
        <a:dk1>
          <a:srgbClr val="000000"/>
        </a:dk1>
        <a:lt1>
          <a:srgbClr val="FFFFFF"/>
        </a:lt1>
        <a:dk2>
          <a:srgbClr val="003366"/>
        </a:dk2>
        <a:lt2>
          <a:srgbClr val="AAAAAA"/>
        </a:lt2>
        <a:accent1>
          <a:srgbClr val="EEEEEE"/>
        </a:accent1>
        <a:accent2>
          <a:srgbClr val="003366"/>
        </a:accent2>
        <a:accent3>
          <a:srgbClr val="FFFFFF"/>
        </a:accent3>
        <a:accent4>
          <a:srgbClr val="000000"/>
        </a:accent4>
        <a:accent5>
          <a:srgbClr val="F5F5F5"/>
        </a:accent5>
        <a:accent6>
          <a:srgbClr val="002D5C"/>
        </a:accent6>
        <a:hlink>
          <a:srgbClr val="5B87F2"/>
        </a:hlink>
        <a:folHlink>
          <a:srgbClr val="ED181E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ompi-workshop-template 2">
        <a:dk1>
          <a:srgbClr val="000000"/>
        </a:dk1>
        <a:lt1>
          <a:srgbClr val="FFFFFF"/>
        </a:lt1>
        <a:dk2>
          <a:srgbClr val="FFFFFF"/>
        </a:dk2>
        <a:lt2>
          <a:srgbClr val="888888"/>
        </a:lt2>
        <a:accent1>
          <a:srgbClr val="BAD41A"/>
        </a:accent1>
        <a:accent2>
          <a:srgbClr val="8154D1"/>
        </a:accent2>
        <a:accent3>
          <a:srgbClr val="FFFFFF"/>
        </a:accent3>
        <a:accent4>
          <a:srgbClr val="000000"/>
        </a:accent4>
        <a:accent5>
          <a:srgbClr val="D9E6AB"/>
        </a:accent5>
        <a:accent6>
          <a:srgbClr val="744BBD"/>
        </a:accent6>
        <a:hlink>
          <a:srgbClr val="5DA31E"/>
        </a:hlink>
        <a:folHlink>
          <a:srgbClr val="FFCC18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ompi-workshop-template 3">
        <a:dk1>
          <a:srgbClr val="000000"/>
        </a:dk1>
        <a:lt1>
          <a:srgbClr val="FFFFFF"/>
        </a:lt1>
        <a:dk2>
          <a:srgbClr val="FFFFFF"/>
        </a:dk2>
        <a:lt2>
          <a:srgbClr val="000000"/>
        </a:lt2>
        <a:accent1>
          <a:srgbClr val="5B87F2"/>
        </a:accent1>
        <a:accent2>
          <a:srgbClr val="555555"/>
        </a:accent2>
        <a:accent3>
          <a:srgbClr val="FFFFFF"/>
        </a:accent3>
        <a:accent4>
          <a:srgbClr val="000000"/>
        </a:accent4>
        <a:accent5>
          <a:srgbClr val="B5C3F7"/>
        </a:accent5>
        <a:accent6>
          <a:srgbClr val="4C4C4C"/>
        </a:accent6>
        <a:hlink>
          <a:srgbClr val="5DA31E"/>
        </a:hlink>
        <a:folHlink>
          <a:srgbClr val="BAD41A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ompi-workshop-template 4">
        <a:dk1>
          <a:srgbClr val="000000"/>
        </a:dk1>
        <a:lt1>
          <a:srgbClr val="FFFFFF"/>
        </a:lt1>
        <a:dk2>
          <a:srgbClr val="FFFFFF"/>
        </a:dk2>
        <a:lt2>
          <a:srgbClr val="000000"/>
        </a:lt2>
        <a:accent1>
          <a:srgbClr val="FFA8A8"/>
        </a:accent1>
        <a:accent2>
          <a:srgbClr val="FFCC18"/>
        </a:accent2>
        <a:accent3>
          <a:srgbClr val="FFFFFF"/>
        </a:accent3>
        <a:accent4>
          <a:srgbClr val="000000"/>
        </a:accent4>
        <a:accent5>
          <a:srgbClr val="FFD1D1"/>
        </a:accent5>
        <a:accent6>
          <a:srgbClr val="E7B915"/>
        </a:accent6>
        <a:hlink>
          <a:srgbClr val="6876E7"/>
        </a:hlink>
        <a:folHlink>
          <a:srgbClr val="ED181E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ompi-workshop-template 5">
        <a:dk1>
          <a:srgbClr val="000000"/>
        </a:dk1>
        <a:lt1>
          <a:srgbClr val="FFFFFF"/>
        </a:lt1>
        <a:dk2>
          <a:srgbClr val="FFFFFF"/>
        </a:dk2>
        <a:lt2>
          <a:srgbClr val="000000"/>
        </a:lt2>
        <a:accent1>
          <a:srgbClr val="E6E658"/>
        </a:accent1>
        <a:accent2>
          <a:srgbClr val="8CBC1C"/>
        </a:accent2>
        <a:accent3>
          <a:srgbClr val="FFFFFF"/>
        </a:accent3>
        <a:accent4>
          <a:srgbClr val="000000"/>
        </a:accent4>
        <a:accent5>
          <a:srgbClr val="F0F0B4"/>
        </a:accent5>
        <a:accent6>
          <a:srgbClr val="7EAA18"/>
        </a:accent6>
        <a:hlink>
          <a:srgbClr val="6876E7"/>
        </a:hlink>
        <a:folHlink>
          <a:srgbClr val="5FBD71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ompi-workshop-template 6">
        <a:dk1>
          <a:srgbClr val="000000"/>
        </a:dk1>
        <a:lt1>
          <a:srgbClr val="FFFFFF"/>
        </a:lt1>
        <a:dk2>
          <a:srgbClr val="EBE3F8"/>
        </a:dk2>
        <a:lt2>
          <a:srgbClr val="000000"/>
        </a:lt2>
        <a:accent1>
          <a:srgbClr val="5918BB"/>
        </a:accent1>
        <a:accent2>
          <a:srgbClr val="8154D1"/>
        </a:accent2>
        <a:accent3>
          <a:srgbClr val="FFFFFF"/>
        </a:accent3>
        <a:accent4>
          <a:srgbClr val="000000"/>
        </a:accent4>
        <a:accent5>
          <a:srgbClr val="B5ABDA"/>
        </a:accent5>
        <a:accent6>
          <a:srgbClr val="744BBD"/>
        </a:accent6>
        <a:hlink>
          <a:srgbClr val="DC54AD"/>
        </a:hlink>
        <a:folHlink>
          <a:srgbClr val="BAD41A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ompi-workshop-template 7">
        <a:dk1>
          <a:srgbClr val="000000"/>
        </a:dk1>
        <a:lt1>
          <a:srgbClr val="FFFFFF"/>
        </a:lt1>
        <a:dk2>
          <a:srgbClr val="EBE3F8"/>
        </a:dk2>
        <a:lt2>
          <a:srgbClr val="000000"/>
        </a:lt2>
        <a:accent1>
          <a:srgbClr val="FF7518"/>
        </a:accent1>
        <a:accent2>
          <a:srgbClr val="888888"/>
        </a:accent2>
        <a:accent3>
          <a:srgbClr val="FFFFFF"/>
        </a:accent3>
        <a:accent4>
          <a:srgbClr val="000000"/>
        </a:accent4>
        <a:accent5>
          <a:srgbClr val="FFBDAB"/>
        </a:accent5>
        <a:accent6>
          <a:srgbClr val="7B7B7B"/>
        </a:accent6>
        <a:hlink>
          <a:srgbClr val="8CBC1C"/>
        </a:hlink>
        <a:folHlink>
          <a:srgbClr val="FFCC18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  <a:extLst>
    <a:ext uri="{05A4C25C-085E-4340-85A3-A5531E510DB2}">
      <thm15:themeFamily xmlns:thm15="http://schemas.microsoft.com/office/thememl/2012/main" name="ompi-bof-template" id="{2CC4CF84-ED86-4C43-90A3-CA953FF9559E}" vid="{37556C59-F0C7-6645-B5AB-2707A1FED1F8}"/>
    </a:ext>
  </a:extLst>
</a:theme>
</file>

<file path=ppt/theme/theme2.xml><?xml version="1.0" encoding="utf-8"?>
<a:theme xmlns:a="http://schemas.openxmlformats.org/drawingml/2006/main" name="PPT_Temp_Corp_4x3_BLK_2007 - Copy">
  <a:themeElements>
    <a:clrScheme name="PPT_Template_Corp_4x3_rev1 1">
      <a:dk1>
        <a:srgbClr val="808080"/>
      </a:dk1>
      <a:lt1>
        <a:srgbClr val="FFFFFF"/>
      </a:lt1>
      <a:dk2>
        <a:srgbClr val="000000"/>
      </a:dk2>
      <a:lt2>
        <a:srgbClr val="B9E700"/>
      </a:lt2>
      <a:accent1>
        <a:srgbClr val="33CCCC"/>
      </a:accent1>
      <a:accent2>
        <a:srgbClr val="FF9933"/>
      </a:accent2>
      <a:accent3>
        <a:srgbClr val="AAAAAA"/>
      </a:accent3>
      <a:accent4>
        <a:srgbClr val="DADADA"/>
      </a:accent4>
      <a:accent5>
        <a:srgbClr val="ADE2E2"/>
      </a:accent5>
      <a:accent6>
        <a:srgbClr val="E78A2D"/>
      </a:accent6>
      <a:hlink>
        <a:srgbClr val="99CCFF"/>
      </a:hlink>
      <a:folHlink>
        <a:srgbClr val="0000FF"/>
      </a:folHlink>
    </a:clrScheme>
    <a:fontScheme name="PPT_Template_Corp_4x3_rev1">
      <a:majorFont>
        <a:latin typeface="Arial"/>
        <a:ea typeface=""/>
        <a:cs typeface=""/>
      </a:majorFont>
      <a:minorFont>
        <a:latin typeface="Arial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>
    <a:extraClrScheme>
      <a:clrScheme name="PPT_Template_Corp_4x3_rev1 1">
        <a:dk1>
          <a:srgbClr val="808080"/>
        </a:dk1>
        <a:lt1>
          <a:srgbClr val="FFFFFF"/>
        </a:lt1>
        <a:dk2>
          <a:srgbClr val="000000"/>
        </a:dk2>
        <a:lt2>
          <a:srgbClr val="B9E700"/>
        </a:lt2>
        <a:accent1>
          <a:srgbClr val="33CCCC"/>
        </a:accent1>
        <a:accent2>
          <a:srgbClr val="FF9933"/>
        </a:accent2>
        <a:accent3>
          <a:srgbClr val="AAAAAA"/>
        </a:accent3>
        <a:accent4>
          <a:srgbClr val="DADADA"/>
        </a:accent4>
        <a:accent5>
          <a:srgbClr val="ADE2E2"/>
        </a:accent5>
        <a:accent6>
          <a:srgbClr val="E78A2D"/>
        </a:accent6>
        <a:hlink>
          <a:srgbClr val="99CCFF"/>
        </a:hlink>
        <a:folHlink>
          <a:srgbClr val="0000FF"/>
        </a:folHlink>
      </a:clrScheme>
      <a:clrMap bg1="dk2" tx1="lt1" bg2="dk1" tx2="lt2" accent1="accent1" accent2="accent2" accent3="accent3" accent4="accent4" accent5="accent5" accent6="accent6" hlink="hlink" folHlink="folHlink"/>
    </a:extraClrScheme>
  </a:extraClrSchemeLst>
  <a:extLst>
    <a:ext uri="{05A4C25C-085E-4340-85A3-A5531E510DB2}">
      <thm15:themeFamily xmlns:thm15="http://schemas.microsoft.com/office/thememl/2012/main" name="ompi-bof-template" id="{2CC4CF84-ED86-4C43-90A3-CA953FF9559E}" vid="{3098944D-4998-DA4A-B120-6A0C919751F7}"/>
    </a:ext>
  </a:extLst>
</a:theme>
</file>

<file path=ppt/theme/theme3.xml><?xml version="1.0" encoding="utf-8"?>
<a:theme xmlns:a="http://schemas.openxmlformats.org/drawingml/2006/main" name="Office Theme">
  <a:themeElements>
    <a:clrScheme name="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BBE0E3"/>
      </a:accent1>
      <a:accent2>
        <a:srgbClr val="333399"/>
      </a:accent2>
      <a:accent3>
        <a:srgbClr val="FFFFFF"/>
      </a:accent3>
      <a:accent4>
        <a:srgbClr val="000000"/>
      </a:accent4>
      <a:accent5>
        <a:srgbClr val="DAEDEF"/>
      </a:accent5>
      <a:accent6>
        <a:srgbClr val="2D2D8A"/>
      </a:accent6>
      <a:hlink>
        <a:srgbClr val="009999"/>
      </a:hlink>
      <a:folHlink>
        <a:srgbClr val="99CC0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>pmix-bof-template</Template>
  <TotalTime>42803</TotalTime>
  <Words>762</Words>
  <Application>Microsoft Macintosh PowerPoint</Application>
  <PresentationFormat>On-screen Show (4:3)</PresentationFormat>
  <Paragraphs>229</Paragraphs>
  <Slides>22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8</vt:i4>
      </vt:variant>
      <vt:variant>
        <vt:lpstr>Theme</vt:lpstr>
      </vt:variant>
      <vt:variant>
        <vt:i4>2</vt:i4>
      </vt:variant>
      <vt:variant>
        <vt:lpstr>Slide Titles</vt:lpstr>
      </vt:variant>
      <vt:variant>
        <vt:i4>22</vt:i4>
      </vt:variant>
    </vt:vector>
  </HeadingPairs>
  <TitlesOfParts>
    <vt:vector size="32" baseType="lpstr">
      <vt:lpstr>Chalkboard</vt:lpstr>
      <vt:lpstr>Lucida Calligraphy</vt:lpstr>
      <vt:lpstr>Lucida Handwriting</vt:lpstr>
      <vt:lpstr>ＭＳ Ｐゴシック</vt:lpstr>
      <vt:lpstr>Neo Sans Intel</vt:lpstr>
      <vt:lpstr>Times</vt:lpstr>
      <vt:lpstr>Wingdings</vt:lpstr>
      <vt:lpstr>Arial</vt:lpstr>
      <vt:lpstr>ompi-workshop-template</vt:lpstr>
      <vt:lpstr>PPT_Temp_Corp_4x3_BLK_2007 - Copy</vt:lpstr>
      <vt:lpstr>PMIx: Storage Integration</vt:lpstr>
      <vt:lpstr>Agenda</vt:lpstr>
      <vt:lpstr>The Community</vt:lpstr>
      <vt:lpstr>What Is PMIx?</vt:lpstr>
      <vt:lpstr>Motivation</vt:lpstr>
      <vt:lpstr>A Deal Is Struck</vt:lpstr>
      <vt:lpstr>A Deal Is Struck</vt:lpstr>
      <vt:lpstr>A Deal Is Struck</vt:lpstr>
      <vt:lpstr>Messenger not Doer</vt:lpstr>
      <vt:lpstr>PMIx “Standards” Process</vt:lpstr>
      <vt:lpstr>Philosophy</vt:lpstr>
      <vt:lpstr>RM Adoption</vt:lpstr>
      <vt:lpstr>Current Support</vt:lpstr>
      <vt:lpstr>In Pipeline</vt:lpstr>
      <vt:lpstr>Launch Scaling</vt:lpstr>
      <vt:lpstr>Baseline Vision</vt:lpstr>
      <vt:lpstr>PowerPoint Presentation</vt:lpstr>
      <vt:lpstr>Planned Support</vt:lpstr>
      <vt:lpstr>Planned Support</vt:lpstr>
      <vt:lpstr>Planned Support</vt:lpstr>
      <vt:lpstr>File System Integration Plans</vt:lpstr>
      <vt:lpstr>Summary</vt:lpstr>
    </vt:vector>
  </TitlesOfParts>
  <LinksUpToDate>false</LinksUpToDate>
  <SharedDoc>false</SharedDoc>
  <HyperlinksChanged>false</HyperlinksChanged>
  <AppVersion>15.0030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PMIx</dc:title>
  <dc:creator>Ralph Castain</dc:creator>
  <cp:lastModifiedBy>Microsoft Office User</cp:lastModifiedBy>
  <cp:revision>520</cp:revision>
  <cp:lastPrinted>2015-11-19T21:30:51Z</cp:lastPrinted>
  <dcterms:created xsi:type="dcterms:W3CDTF">2015-11-04T14:50:44Z</dcterms:created>
  <dcterms:modified xsi:type="dcterms:W3CDTF">2017-02-16T19:27:10Z</dcterms:modified>
</cp:coreProperties>
</file>